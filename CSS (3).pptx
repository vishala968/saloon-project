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088" y="-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B23387-A548-4B80-BB2D-860D8AB7FC45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692525"/>
            <a:ext cx="8045450" cy="34972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1875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1875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FADF90-CA5A-4BFD-A8F4-662ED5AA63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0822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ADF90-CA5A-4BFD-A8F4-662ED5AA6361}" type="slidenum">
              <a:rPr lang="en-IN" smtClean="0"/>
              <a:t>69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1157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392047" y="2704550"/>
            <a:ext cx="5683250" cy="16027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01F6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01F6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01F6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01F6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057655"/>
            <a:ext cx="10058400" cy="565861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5490" y="1581403"/>
            <a:ext cx="8547418" cy="5797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01F6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5427" y="2363142"/>
            <a:ext cx="8402320" cy="36461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jp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jp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jp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jp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jpg"/><Relationship Id="rId4" Type="http://schemas.openxmlformats.org/officeDocument/2006/relationships/image" Target="../media/image30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07315" rIns="0" bIns="0" rtlCol="0">
            <a:spAutoFit/>
          </a:bodyPr>
          <a:lstStyle/>
          <a:p>
            <a:pPr marL="2071370" marR="5080" indent="-2059305">
              <a:lnSpc>
                <a:spcPts val="5880"/>
              </a:lnSpc>
              <a:spcBef>
                <a:spcPts val="845"/>
              </a:spcBef>
            </a:pPr>
            <a:r>
              <a:rPr sz="5450" spc="240" dirty="0"/>
              <a:t>Introduction</a:t>
            </a:r>
            <a:r>
              <a:rPr sz="5450" spc="-155" dirty="0"/>
              <a:t> </a:t>
            </a:r>
            <a:r>
              <a:rPr sz="5450" spc="265" dirty="0"/>
              <a:t>to </a:t>
            </a:r>
            <a:r>
              <a:rPr sz="5450" spc="235" dirty="0"/>
              <a:t>CSS</a:t>
            </a:r>
            <a:endParaRPr sz="545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52232" y="1057655"/>
            <a:ext cx="2106167" cy="69494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392047" y="4993586"/>
            <a:ext cx="5683249" cy="83997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50" spc="110" dirty="0">
                <a:solidFill>
                  <a:srgbClr val="FF0000"/>
                </a:solidFill>
                <a:latin typeface="Trebuchet MS"/>
                <a:cs typeface="Trebuchet MS"/>
              </a:rPr>
              <a:t>Explained</a:t>
            </a:r>
            <a:r>
              <a:rPr sz="2650" spc="-1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650" dirty="0">
                <a:solidFill>
                  <a:srgbClr val="FF0000"/>
                </a:solidFill>
                <a:latin typeface="Trebuchet MS"/>
                <a:cs typeface="Trebuchet MS"/>
              </a:rPr>
              <a:t>by:</a:t>
            </a:r>
            <a:r>
              <a:rPr sz="2650" spc="-8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lang="en-US" sz="2650" spc="150" dirty="0" err="1" smtClean="0">
                <a:solidFill>
                  <a:srgbClr val="FF0000"/>
                </a:solidFill>
                <a:latin typeface="Trebuchet MS"/>
                <a:cs typeface="Trebuchet MS"/>
              </a:rPr>
              <a:t>Rupali</a:t>
            </a:r>
            <a:r>
              <a:rPr lang="en-US" sz="2650" spc="150" dirty="0" smtClean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lang="en-US" sz="2650" spc="150" smtClean="0">
                <a:solidFill>
                  <a:srgbClr val="FF0000"/>
                </a:solidFill>
                <a:latin typeface="Trebuchet MS"/>
                <a:cs typeface="Trebuchet MS"/>
              </a:rPr>
              <a:t>Gaikwad</a:t>
            </a:r>
            <a:endParaRPr lang="en-US" sz="2650" spc="150" dirty="0" smtClean="0">
              <a:solidFill>
                <a:srgbClr val="FF0000"/>
              </a:solidFill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endParaRPr sz="265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73450" y="1860353"/>
            <a:ext cx="135318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300" dirty="0">
                <a:solidFill>
                  <a:srgbClr val="D47205"/>
                </a:solidFill>
              </a:rPr>
              <a:t>HTML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767547" y="2776282"/>
            <a:ext cx="3001010" cy="427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50" spc="80" dirty="0">
                <a:solidFill>
                  <a:srgbClr val="001F60"/>
                </a:solidFill>
                <a:latin typeface="Verdana"/>
                <a:cs typeface="Verdana"/>
              </a:rPr>
              <a:t>Structure/layout</a:t>
            </a:r>
            <a:endParaRPr sz="265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86764" y="1860353"/>
            <a:ext cx="958850" cy="1345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z="3300" spc="130" dirty="0">
                <a:solidFill>
                  <a:srgbClr val="D47205"/>
                </a:solidFill>
                <a:latin typeface="Verdana"/>
                <a:cs typeface="Verdana"/>
              </a:rPr>
              <a:t>CSS</a:t>
            </a:r>
            <a:endParaRPr sz="33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250"/>
              </a:spcBef>
            </a:pPr>
            <a:r>
              <a:rPr sz="2650" spc="100" dirty="0">
                <a:solidFill>
                  <a:srgbClr val="001F60"/>
                </a:solidFill>
                <a:latin typeface="Verdana"/>
                <a:cs typeface="Verdana"/>
              </a:rPr>
              <a:t>Style</a:t>
            </a:r>
            <a:endParaRPr sz="265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32710" y="1860353"/>
            <a:ext cx="1033780" cy="1345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">
              <a:lnSpc>
                <a:spcPct val="100000"/>
              </a:lnSpc>
              <a:spcBef>
                <a:spcPts val="100"/>
              </a:spcBef>
            </a:pPr>
            <a:r>
              <a:rPr sz="3300" spc="375" dirty="0">
                <a:solidFill>
                  <a:srgbClr val="D47205"/>
                </a:solidFill>
                <a:latin typeface="Verdana"/>
                <a:cs typeface="Verdana"/>
              </a:rPr>
              <a:t>JS</a:t>
            </a:r>
            <a:endParaRPr sz="33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250"/>
              </a:spcBef>
            </a:pPr>
            <a:r>
              <a:rPr sz="2650" spc="200" dirty="0">
                <a:solidFill>
                  <a:srgbClr val="001F60"/>
                </a:solidFill>
                <a:latin typeface="Verdana"/>
                <a:cs typeface="Verdana"/>
              </a:rPr>
              <a:t>Logic</a:t>
            </a:r>
            <a:endParaRPr sz="2650">
              <a:latin typeface="Verdana"/>
              <a:cs typeface="Verdan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45591" y="3723132"/>
            <a:ext cx="8968740" cy="1927860"/>
            <a:chOff x="545591" y="3723132"/>
            <a:chExt cx="8968740" cy="192786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36491" y="3723132"/>
              <a:ext cx="2644140" cy="191109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95160" y="3723132"/>
              <a:ext cx="2519171" cy="191109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5591" y="3735324"/>
              <a:ext cx="2642616" cy="1915667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952232" y="1057655"/>
            <a:ext cx="2106167" cy="69494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122680"/>
            <a:ext cx="10058400" cy="5659120"/>
            <a:chOff x="0" y="1057655"/>
            <a:chExt cx="10058400" cy="56591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057655"/>
              <a:ext cx="10058400" cy="565861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76193" y="3106673"/>
              <a:ext cx="3139439" cy="91135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624852" y="3131819"/>
              <a:ext cx="425450" cy="800100"/>
            </a:xfrm>
            <a:custGeom>
              <a:avLst/>
              <a:gdLst/>
              <a:ahLst/>
              <a:cxnLst/>
              <a:rect l="l" t="t" r="r" b="b"/>
              <a:pathLst>
                <a:path w="425450" h="800100">
                  <a:moveTo>
                    <a:pt x="288011" y="108204"/>
                  </a:moveTo>
                  <a:lnTo>
                    <a:pt x="73127" y="108204"/>
                  </a:lnTo>
                  <a:lnTo>
                    <a:pt x="73127" y="106680"/>
                  </a:lnTo>
                  <a:lnTo>
                    <a:pt x="74143" y="103632"/>
                  </a:lnTo>
                  <a:lnTo>
                    <a:pt x="76175" y="103632"/>
                  </a:lnTo>
                  <a:lnTo>
                    <a:pt x="93320" y="101917"/>
                  </a:lnTo>
                  <a:lnTo>
                    <a:pt x="144755" y="76200"/>
                  </a:lnTo>
                  <a:lnTo>
                    <a:pt x="175426" y="43243"/>
                  </a:lnTo>
                  <a:lnTo>
                    <a:pt x="198095" y="0"/>
                  </a:lnTo>
                  <a:lnTo>
                    <a:pt x="288011" y="0"/>
                  </a:lnTo>
                  <a:lnTo>
                    <a:pt x="288011" y="108204"/>
                  </a:lnTo>
                  <a:close/>
                </a:path>
                <a:path w="425450" h="800100">
                  <a:moveTo>
                    <a:pt x="335650" y="681228"/>
                  </a:moveTo>
                  <a:lnTo>
                    <a:pt x="292583" y="681228"/>
                  </a:lnTo>
                  <a:lnTo>
                    <a:pt x="292583" y="10668"/>
                  </a:lnTo>
                  <a:lnTo>
                    <a:pt x="332130" y="22836"/>
                  </a:lnTo>
                  <a:lnTo>
                    <a:pt x="332207" y="676656"/>
                  </a:lnTo>
                  <a:lnTo>
                    <a:pt x="335650" y="681228"/>
                  </a:lnTo>
                  <a:close/>
                </a:path>
                <a:path w="425450" h="800100">
                  <a:moveTo>
                    <a:pt x="103607" y="201168"/>
                  </a:moveTo>
                  <a:lnTo>
                    <a:pt x="75342" y="197119"/>
                  </a:lnTo>
                  <a:lnTo>
                    <a:pt x="50077" y="184785"/>
                  </a:lnTo>
                  <a:lnTo>
                    <a:pt x="27955" y="163877"/>
                  </a:lnTo>
                  <a:lnTo>
                    <a:pt x="9119" y="134112"/>
                  </a:lnTo>
                  <a:lnTo>
                    <a:pt x="12167" y="134112"/>
                  </a:lnTo>
                  <a:lnTo>
                    <a:pt x="7595" y="131064"/>
                  </a:lnTo>
                  <a:lnTo>
                    <a:pt x="0" y="101917"/>
                  </a:lnTo>
                  <a:lnTo>
                    <a:pt x="2285" y="84105"/>
                  </a:lnTo>
                  <a:lnTo>
                    <a:pt x="9310" y="71247"/>
                  </a:lnTo>
                  <a:lnTo>
                    <a:pt x="21192" y="63531"/>
                  </a:lnTo>
                  <a:lnTo>
                    <a:pt x="38075" y="60960"/>
                  </a:lnTo>
                  <a:lnTo>
                    <a:pt x="54077" y="62126"/>
                  </a:lnTo>
                  <a:lnTo>
                    <a:pt x="65507" y="68008"/>
                  </a:lnTo>
                  <a:lnTo>
                    <a:pt x="72365" y="78747"/>
                  </a:lnTo>
                  <a:lnTo>
                    <a:pt x="74651" y="94488"/>
                  </a:lnTo>
                  <a:lnTo>
                    <a:pt x="74651" y="102108"/>
                  </a:lnTo>
                  <a:lnTo>
                    <a:pt x="74143" y="103632"/>
                  </a:lnTo>
                  <a:lnTo>
                    <a:pt x="73127" y="103632"/>
                  </a:lnTo>
                  <a:lnTo>
                    <a:pt x="73127" y="108204"/>
                  </a:lnTo>
                  <a:lnTo>
                    <a:pt x="288011" y="108204"/>
                  </a:lnTo>
                  <a:lnTo>
                    <a:pt x="288011" y="131064"/>
                  </a:lnTo>
                  <a:lnTo>
                    <a:pt x="158471" y="131064"/>
                  </a:lnTo>
                  <a:lnTo>
                    <a:pt x="146731" y="142232"/>
                  </a:lnTo>
                  <a:lnTo>
                    <a:pt x="131992" y="150685"/>
                  </a:lnTo>
                  <a:lnTo>
                    <a:pt x="114108" y="156567"/>
                  </a:lnTo>
                  <a:lnTo>
                    <a:pt x="92939" y="160020"/>
                  </a:lnTo>
                  <a:lnTo>
                    <a:pt x="79223" y="160020"/>
                  </a:lnTo>
                  <a:lnTo>
                    <a:pt x="83795" y="161544"/>
                  </a:lnTo>
                  <a:lnTo>
                    <a:pt x="89891" y="163068"/>
                  </a:lnTo>
                  <a:lnTo>
                    <a:pt x="288011" y="163068"/>
                  </a:lnTo>
                  <a:lnTo>
                    <a:pt x="288011" y="184404"/>
                  </a:lnTo>
                  <a:lnTo>
                    <a:pt x="158471" y="184404"/>
                  </a:lnTo>
                  <a:lnTo>
                    <a:pt x="148184" y="191523"/>
                  </a:lnTo>
                  <a:lnTo>
                    <a:pt x="135611" y="196786"/>
                  </a:lnTo>
                  <a:lnTo>
                    <a:pt x="120752" y="200048"/>
                  </a:lnTo>
                  <a:lnTo>
                    <a:pt x="103607" y="201168"/>
                  </a:lnTo>
                  <a:close/>
                </a:path>
                <a:path w="425450" h="800100">
                  <a:moveTo>
                    <a:pt x="288011" y="163068"/>
                  </a:moveTo>
                  <a:lnTo>
                    <a:pt x="102083" y="163068"/>
                  </a:lnTo>
                  <a:lnTo>
                    <a:pt x="118609" y="162210"/>
                  </a:lnTo>
                  <a:lnTo>
                    <a:pt x="133706" y="159639"/>
                  </a:lnTo>
                  <a:lnTo>
                    <a:pt x="147089" y="155352"/>
                  </a:lnTo>
                  <a:lnTo>
                    <a:pt x="158471" y="149352"/>
                  </a:lnTo>
                  <a:lnTo>
                    <a:pt x="158471" y="131064"/>
                  </a:lnTo>
                  <a:lnTo>
                    <a:pt x="288011" y="131064"/>
                  </a:lnTo>
                  <a:lnTo>
                    <a:pt x="288011" y="163068"/>
                  </a:lnTo>
                  <a:close/>
                </a:path>
                <a:path w="425450" h="800100">
                  <a:moveTo>
                    <a:pt x="358115" y="752856"/>
                  </a:moveTo>
                  <a:lnTo>
                    <a:pt x="85319" y="752856"/>
                  </a:lnTo>
                  <a:lnTo>
                    <a:pt x="158471" y="675132"/>
                  </a:lnTo>
                  <a:lnTo>
                    <a:pt x="158471" y="184404"/>
                  </a:lnTo>
                  <a:lnTo>
                    <a:pt x="288011" y="184404"/>
                  </a:lnTo>
                  <a:lnTo>
                    <a:pt x="288011" y="675132"/>
                  </a:lnTo>
                  <a:lnTo>
                    <a:pt x="292583" y="681228"/>
                  </a:lnTo>
                  <a:lnTo>
                    <a:pt x="335650" y="681228"/>
                  </a:lnTo>
                  <a:lnTo>
                    <a:pt x="383854" y="745236"/>
                  </a:lnTo>
                  <a:lnTo>
                    <a:pt x="352019" y="745236"/>
                  </a:lnTo>
                  <a:lnTo>
                    <a:pt x="358115" y="752856"/>
                  </a:lnTo>
                  <a:close/>
                </a:path>
                <a:path w="425450" h="800100">
                  <a:moveTo>
                    <a:pt x="425171" y="800100"/>
                  </a:moveTo>
                  <a:lnTo>
                    <a:pt x="112751" y="800100"/>
                  </a:lnTo>
                  <a:lnTo>
                    <a:pt x="92939" y="760476"/>
                  </a:lnTo>
                  <a:lnTo>
                    <a:pt x="367259" y="760476"/>
                  </a:lnTo>
                  <a:lnTo>
                    <a:pt x="352019" y="745236"/>
                  </a:lnTo>
                  <a:lnTo>
                    <a:pt x="383854" y="745236"/>
                  </a:lnTo>
                  <a:lnTo>
                    <a:pt x="425171" y="80010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704076" y="3262883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5">
                  <a:moveTo>
                    <a:pt x="79248" y="0"/>
                  </a:moveTo>
                  <a:lnTo>
                    <a:pt x="67508" y="11168"/>
                  </a:lnTo>
                  <a:lnTo>
                    <a:pt x="52768" y="19621"/>
                  </a:lnTo>
                  <a:lnTo>
                    <a:pt x="34885" y="25503"/>
                  </a:lnTo>
                  <a:lnTo>
                    <a:pt x="13716" y="28956"/>
                  </a:lnTo>
                  <a:lnTo>
                    <a:pt x="0" y="28956"/>
                  </a:lnTo>
                  <a:lnTo>
                    <a:pt x="4572" y="30480"/>
                  </a:lnTo>
                  <a:lnTo>
                    <a:pt x="10668" y="32004"/>
                  </a:lnTo>
                  <a:lnTo>
                    <a:pt x="16764" y="32004"/>
                  </a:lnTo>
                  <a:lnTo>
                    <a:pt x="22860" y="32004"/>
                  </a:lnTo>
                  <a:lnTo>
                    <a:pt x="39385" y="31146"/>
                  </a:lnTo>
                  <a:lnTo>
                    <a:pt x="54483" y="28575"/>
                  </a:lnTo>
                  <a:lnTo>
                    <a:pt x="67865" y="24288"/>
                  </a:lnTo>
                  <a:lnTo>
                    <a:pt x="79248" y="18288"/>
                  </a:lnTo>
                  <a:lnTo>
                    <a:pt x="79248" y="0"/>
                  </a:lnTo>
                  <a:close/>
                </a:path>
              </a:pathLst>
            </a:custGeom>
            <a:ln w="76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6624827" y="3131820"/>
            <a:ext cx="425450" cy="800100"/>
          </a:xfrm>
          <a:custGeom>
            <a:avLst/>
            <a:gdLst/>
            <a:ahLst/>
            <a:cxnLst/>
            <a:rect l="l" t="t" r="r" b="b"/>
            <a:pathLst>
              <a:path w="425450" h="800100">
                <a:moveTo>
                  <a:pt x="198119" y="0"/>
                </a:moveTo>
                <a:lnTo>
                  <a:pt x="288035" y="0"/>
                </a:lnTo>
                <a:lnTo>
                  <a:pt x="288035" y="675131"/>
                </a:lnTo>
                <a:lnTo>
                  <a:pt x="292607" y="681227"/>
                </a:lnTo>
                <a:lnTo>
                  <a:pt x="292607" y="10667"/>
                </a:lnTo>
                <a:lnTo>
                  <a:pt x="332231" y="22859"/>
                </a:lnTo>
                <a:lnTo>
                  <a:pt x="332231" y="676655"/>
                </a:lnTo>
                <a:lnTo>
                  <a:pt x="425195" y="800099"/>
                </a:lnTo>
                <a:lnTo>
                  <a:pt x="112775" y="800099"/>
                </a:lnTo>
                <a:lnTo>
                  <a:pt x="92963" y="760476"/>
                </a:lnTo>
                <a:lnTo>
                  <a:pt x="367283" y="760476"/>
                </a:lnTo>
                <a:lnTo>
                  <a:pt x="352043" y="745236"/>
                </a:lnTo>
                <a:lnTo>
                  <a:pt x="358139" y="752855"/>
                </a:lnTo>
                <a:lnTo>
                  <a:pt x="85343" y="752855"/>
                </a:lnTo>
                <a:lnTo>
                  <a:pt x="158495" y="675131"/>
                </a:lnTo>
                <a:lnTo>
                  <a:pt x="158495" y="184403"/>
                </a:lnTo>
                <a:lnTo>
                  <a:pt x="148208" y="191523"/>
                </a:lnTo>
                <a:lnTo>
                  <a:pt x="135635" y="196786"/>
                </a:lnTo>
                <a:lnTo>
                  <a:pt x="120776" y="200048"/>
                </a:lnTo>
                <a:lnTo>
                  <a:pt x="103631" y="201167"/>
                </a:lnTo>
                <a:lnTo>
                  <a:pt x="75366" y="197119"/>
                </a:lnTo>
                <a:lnTo>
                  <a:pt x="50101" y="184784"/>
                </a:lnTo>
                <a:lnTo>
                  <a:pt x="27979" y="163877"/>
                </a:lnTo>
                <a:lnTo>
                  <a:pt x="9143" y="134111"/>
                </a:lnTo>
                <a:lnTo>
                  <a:pt x="12191" y="134111"/>
                </a:lnTo>
                <a:lnTo>
                  <a:pt x="7619" y="131063"/>
                </a:lnTo>
                <a:lnTo>
                  <a:pt x="4500" y="124182"/>
                </a:lnTo>
                <a:lnTo>
                  <a:pt x="2095" y="117157"/>
                </a:lnTo>
                <a:lnTo>
                  <a:pt x="547" y="109847"/>
                </a:lnTo>
                <a:lnTo>
                  <a:pt x="0" y="102107"/>
                </a:lnTo>
                <a:lnTo>
                  <a:pt x="2309" y="84105"/>
                </a:lnTo>
                <a:lnTo>
                  <a:pt x="9334" y="71246"/>
                </a:lnTo>
                <a:lnTo>
                  <a:pt x="21216" y="63531"/>
                </a:lnTo>
                <a:lnTo>
                  <a:pt x="38099" y="60959"/>
                </a:lnTo>
                <a:lnTo>
                  <a:pt x="54101" y="62126"/>
                </a:lnTo>
                <a:lnTo>
                  <a:pt x="65531" y="68008"/>
                </a:lnTo>
                <a:lnTo>
                  <a:pt x="72389" y="78747"/>
                </a:lnTo>
                <a:lnTo>
                  <a:pt x="74675" y="94487"/>
                </a:lnTo>
                <a:lnTo>
                  <a:pt x="74675" y="97535"/>
                </a:lnTo>
                <a:lnTo>
                  <a:pt x="74675" y="102107"/>
                </a:lnTo>
                <a:lnTo>
                  <a:pt x="73151" y="106679"/>
                </a:lnTo>
                <a:lnTo>
                  <a:pt x="73151" y="108203"/>
                </a:lnTo>
                <a:lnTo>
                  <a:pt x="73151" y="105155"/>
                </a:lnTo>
                <a:lnTo>
                  <a:pt x="73151" y="103631"/>
                </a:lnTo>
                <a:lnTo>
                  <a:pt x="76199" y="103631"/>
                </a:lnTo>
                <a:lnTo>
                  <a:pt x="127634" y="88201"/>
                </a:lnTo>
                <a:lnTo>
                  <a:pt x="161043" y="61079"/>
                </a:lnTo>
                <a:lnTo>
                  <a:pt x="187856" y="22836"/>
                </a:lnTo>
                <a:lnTo>
                  <a:pt x="198119" y="0"/>
                </a:lnTo>
                <a:close/>
              </a:path>
            </a:pathLst>
          </a:custGeom>
          <a:ln w="76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47009" y="4326636"/>
            <a:ext cx="4821936" cy="47396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952232" y="1057655"/>
            <a:ext cx="2106167" cy="69494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5938" y="2453117"/>
            <a:ext cx="7673340" cy="10179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50" spc="170" dirty="0">
                <a:solidFill>
                  <a:srgbClr val="D47205"/>
                </a:solidFill>
                <a:latin typeface="Verdana"/>
                <a:cs typeface="Verdana"/>
              </a:rPr>
              <a:t>Cascading</a:t>
            </a:r>
            <a:r>
              <a:rPr sz="2650" spc="-40" dirty="0">
                <a:solidFill>
                  <a:srgbClr val="D47205"/>
                </a:solidFill>
                <a:latin typeface="Verdana"/>
                <a:cs typeface="Verdana"/>
              </a:rPr>
              <a:t> </a:t>
            </a:r>
            <a:r>
              <a:rPr sz="2650" spc="110" dirty="0">
                <a:solidFill>
                  <a:srgbClr val="D47205"/>
                </a:solidFill>
                <a:latin typeface="Verdana"/>
                <a:cs typeface="Verdana"/>
              </a:rPr>
              <a:t>Style</a:t>
            </a:r>
            <a:r>
              <a:rPr sz="2650" spc="-40" dirty="0">
                <a:solidFill>
                  <a:srgbClr val="D47205"/>
                </a:solidFill>
                <a:latin typeface="Verdana"/>
                <a:cs typeface="Verdana"/>
              </a:rPr>
              <a:t> </a:t>
            </a:r>
            <a:r>
              <a:rPr sz="2650" spc="114" dirty="0">
                <a:solidFill>
                  <a:srgbClr val="D47205"/>
                </a:solidFill>
                <a:latin typeface="Verdana"/>
                <a:cs typeface="Verdana"/>
              </a:rPr>
              <a:t>Sheet</a:t>
            </a:r>
            <a:endParaRPr sz="2650">
              <a:latin typeface="Verdana"/>
              <a:cs typeface="Verdana"/>
            </a:endParaRPr>
          </a:p>
          <a:p>
            <a:pPr marL="185420">
              <a:lnSpc>
                <a:spcPct val="100000"/>
              </a:lnSpc>
              <a:spcBef>
                <a:spcPts val="2545"/>
              </a:spcBef>
            </a:pPr>
            <a:r>
              <a:rPr sz="1750" i="1" spc="-1060" dirty="0">
                <a:solidFill>
                  <a:srgbClr val="0C0C0C"/>
                </a:solidFill>
                <a:latin typeface="Verdana"/>
                <a:cs typeface="Verdana"/>
              </a:rPr>
              <a:t>I</a:t>
            </a:r>
            <a:r>
              <a:rPr sz="1750" i="1" spc="-450" dirty="0">
                <a:solidFill>
                  <a:srgbClr val="0C0C0C"/>
                </a:solidFill>
                <a:latin typeface="Verdana"/>
                <a:cs typeface="Verdana"/>
              </a:rPr>
              <a:t>t</a:t>
            </a:r>
            <a:r>
              <a:rPr sz="1750" i="1" spc="-875" dirty="0">
                <a:solidFill>
                  <a:srgbClr val="0C0C0C"/>
                </a:solidFill>
                <a:latin typeface="Verdana"/>
                <a:cs typeface="Verdana"/>
              </a:rPr>
              <a:t>i</a:t>
            </a:r>
            <a:r>
              <a:rPr sz="1750" i="1" spc="-195" dirty="0">
                <a:solidFill>
                  <a:srgbClr val="0C0C0C"/>
                </a:solidFill>
                <a:latin typeface="Verdana"/>
                <a:cs typeface="Verdana"/>
              </a:rPr>
              <a:t>s</a:t>
            </a:r>
            <a:r>
              <a:rPr sz="1750" i="1" spc="-440" dirty="0">
                <a:solidFill>
                  <a:srgbClr val="0C0C0C"/>
                </a:solidFill>
                <a:latin typeface="Verdana"/>
                <a:cs typeface="Verdana"/>
              </a:rPr>
              <a:t>a</a:t>
            </a:r>
            <a:r>
              <a:rPr sz="1750" i="1" spc="-875" dirty="0">
                <a:solidFill>
                  <a:srgbClr val="0C0C0C"/>
                </a:solidFill>
                <a:latin typeface="Verdana"/>
                <a:cs typeface="Verdana"/>
              </a:rPr>
              <a:t>l</a:t>
            </a:r>
            <a:r>
              <a:rPr sz="1750" i="1" spc="-720" dirty="0">
                <a:solidFill>
                  <a:srgbClr val="0C0C0C"/>
                </a:solidFill>
                <a:latin typeface="Verdana"/>
                <a:cs typeface="Verdana"/>
              </a:rPr>
              <a:t>a</a:t>
            </a:r>
            <a:r>
              <a:rPr sz="1750" i="1" spc="-785" dirty="0">
                <a:solidFill>
                  <a:srgbClr val="0C0C0C"/>
                </a:solidFill>
                <a:latin typeface="Verdana"/>
                <a:cs typeface="Verdana"/>
              </a:rPr>
              <a:t>n</a:t>
            </a:r>
            <a:r>
              <a:rPr sz="1750" i="1" spc="-750" dirty="0">
                <a:solidFill>
                  <a:srgbClr val="0C0C0C"/>
                </a:solidFill>
                <a:latin typeface="Verdana"/>
                <a:cs typeface="Verdana"/>
              </a:rPr>
              <a:t>g</a:t>
            </a:r>
            <a:r>
              <a:rPr sz="1750" i="1" spc="-765" dirty="0">
                <a:solidFill>
                  <a:srgbClr val="0C0C0C"/>
                </a:solidFill>
                <a:latin typeface="Verdana"/>
                <a:cs typeface="Verdana"/>
              </a:rPr>
              <a:t>u</a:t>
            </a:r>
            <a:r>
              <a:rPr sz="1750" i="1" spc="-705" dirty="0">
                <a:solidFill>
                  <a:srgbClr val="0C0C0C"/>
                </a:solidFill>
                <a:latin typeface="Verdana"/>
                <a:cs typeface="Verdana"/>
              </a:rPr>
              <a:t>a</a:t>
            </a:r>
            <a:r>
              <a:rPr sz="1750" i="1" spc="-770" dirty="0">
                <a:solidFill>
                  <a:srgbClr val="0C0C0C"/>
                </a:solidFill>
                <a:latin typeface="Verdana"/>
                <a:cs typeface="Verdana"/>
              </a:rPr>
              <a:t>g</a:t>
            </a:r>
            <a:r>
              <a:rPr sz="1750" i="1" spc="-265" dirty="0">
                <a:solidFill>
                  <a:srgbClr val="0C0C0C"/>
                </a:solidFill>
                <a:latin typeface="Verdana"/>
                <a:cs typeface="Verdana"/>
              </a:rPr>
              <a:t>e</a:t>
            </a:r>
            <a:r>
              <a:rPr sz="1750" i="1" spc="-795" dirty="0">
                <a:solidFill>
                  <a:srgbClr val="0C0C0C"/>
                </a:solidFill>
                <a:latin typeface="Verdana"/>
                <a:cs typeface="Verdana"/>
              </a:rPr>
              <a:t>t</a:t>
            </a:r>
            <a:r>
              <a:rPr sz="1750" i="1" spc="-765" dirty="0">
                <a:solidFill>
                  <a:srgbClr val="0C0C0C"/>
                </a:solidFill>
                <a:latin typeface="Verdana"/>
                <a:cs typeface="Verdana"/>
              </a:rPr>
              <a:t>h</a:t>
            </a:r>
            <a:r>
              <a:rPr sz="1750" i="1" spc="-755" dirty="0">
                <a:solidFill>
                  <a:srgbClr val="0C0C0C"/>
                </a:solidFill>
                <a:latin typeface="Verdana"/>
                <a:cs typeface="Verdana"/>
              </a:rPr>
              <a:t>a</a:t>
            </a:r>
            <a:r>
              <a:rPr sz="1750" i="1" spc="-450" dirty="0">
                <a:solidFill>
                  <a:srgbClr val="0C0C0C"/>
                </a:solidFill>
                <a:latin typeface="Verdana"/>
                <a:cs typeface="Verdana"/>
              </a:rPr>
              <a:t>t</a:t>
            </a:r>
            <a:r>
              <a:rPr sz="1750" i="1" spc="-875" dirty="0">
                <a:solidFill>
                  <a:srgbClr val="0C0C0C"/>
                </a:solidFill>
                <a:latin typeface="Verdana"/>
                <a:cs typeface="Verdana"/>
              </a:rPr>
              <a:t>i</a:t>
            </a:r>
            <a:r>
              <a:rPr sz="1750" i="1" spc="-210" dirty="0">
                <a:solidFill>
                  <a:srgbClr val="0C0C0C"/>
                </a:solidFill>
                <a:latin typeface="Verdana"/>
                <a:cs typeface="Verdana"/>
              </a:rPr>
              <a:t>s</a:t>
            </a:r>
            <a:r>
              <a:rPr sz="1750" i="1" spc="-765" dirty="0">
                <a:solidFill>
                  <a:srgbClr val="0C0C0C"/>
                </a:solidFill>
                <a:latin typeface="Verdana"/>
                <a:cs typeface="Verdana"/>
              </a:rPr>
              <a:t>u</a:t>
            </a:r>
            <a:r>
              <a:rPr sz="1750" i="1" spc="-695" dirty="0">
                <a:solidFill>
                  <a:srgbClr val="0C0C0C"/>
                </a:solidFill>
                <a:latin typeface="Verdana"/>
                <a:cs typeface="Verdana"/>
              </a:rPr>
              <a:t>s</a:t>
            </a:r>
            <a:r>
              <a:rPr sz="1750" i="1" spc="-710" dirty="0">
                <a:solidFill>
                  <a:srgbClr val="0C0C0C"/>
                </a:solidFill>
                <a:latin typeface="Verdana"/>
                <a:cs typeface="Verdana"/>
              </a:rPr>
              <a:t>e</a:t>
            </a:r>
            <a:r>
              <a:rPr sz="1750" i="1" spc="-280" dirty="0">
                <a:solidFill>
                  <a:srgbClr val="0C0C0C"/>
                </a:solidFill>
                <a:latin typeface="Verdana"/>
                <a:cs typeface="Verdana"/>
              </a:rPr>
              <a:t>d</a:t>
            </a:r>
            <a:r>
              <a:rPr sz="1750" i="1" spc="-795" dirty="0">
                <a:solidFill>
                  <a:srgbClr val="0C0C0C"/>
                </a:solidFill>
                <a:latin typeface="Verdana"/>
                <a:cs typeface="Verdana"/>
              </a:rPr>
              <a:t>t</a:t>
            </a:r>
            <a:r>
              <a:rPr sz="1750" i="1" spc="-220" dirty="0">
                <a:solidFill>
                  <a:srgbClr val="0C0C0C"/>
                </a:solidFill>
                <a:latin typeface="Verdana"/>
                <a:cs typeface="Verdana"/>
              </a:rPr>
              <a:t>o</a:t>
            </a:r>
            <a:r>
              <a:rPr sz="1750" i="1" spc="-750" dirty="0">
                <a:solidFill>
                  <a:srgbClr val="0C0C0C"/>
                </a:solidFill>
                <a:latin typeface="Verdana"/>
                <a:cs typeface="Verdana"/>
              </a:rPr>
              <a:t>d</a:t>
            </a:r>
            <a:r>
              <a:rPr sz="1750" i="1" spc="-730" dirty="0">
                <a:solidFill>
                  <a:srgbClr val="0C0C0C"/>
                </a:solidFill>
                <a:latin typeface="Verdana"/>
                <a:cs typeface="Verdana"/>
              </a:rPr>
              <a:t>e</a:t>
            </a:r>
            <a:r>
              <a:rPr sz="1750" i="1" spc="-695" dirty="0">
                <a:solidFill>
                  <a:srgbClr val="0C0C0C"/>
                </a:solidFill>
                <a:latin typeface="Verdana"/>
                <a:cs typeface="Verdana"/>
              </a:rPr>
              <a:t>s</a:t>
            </a:r>
            <a:r>
              <a:rPr sz="1750" i="1" spc="-675" dirty="0">
                <a:solidFill>
                  <a:srgbClr val="0C0C0C"/>
                </a:solidFill>
                <a:latin typeface="Verdana"/>
                <a:cs typeface="Verdana"/>
              </a:rPr>
              <a:t>c</a:t>
            </a:r>
            <a:r>
              <a:rPr sz="1750" i="1" spc="-1110" dirty="0">
                <a:solidFill>
                  <a:srgbClr val="0C0C0C"/>
                </a:solidFill>
                <a:latin typeface="Verdana"/>
                <a:cs typeface="Verdana"/>
              </a:rPr>
              <a:t>r</a:t>
            </a:r>
            <a:r>
              <a:rPr sz="1750" i="1" spc="-844" dirty="0">
                <a:solidFill>
                  <a:srgbClr val="0C0C0C"/>
                </a:solidFill>
                <a:latin typeface="Verdana"/>
                <a:cs typeface="Verdana"/>
              </a:rPr>
              <a:t>i</a:t>
            </a:r>
            <a:r>
              <a:rPr sz="1750" i="1" spc="-770" dirty="0">
                <a:solidFill>
                  <a:srgbClr val="0C0C0C"/>
                </a:solidFill>
                <a:latin typeface="Verdana"/>
                <a:cs typeface="Verdana"/>
              </a:rPr>
              <a:t>b</a:t>
            </a:r>
            <a:r>
              <a:rPr sz="1750" i="1" spc="-265" dirty="0">
                <a:solidFill>
                  <a:srgbClr val="0C0C0C"/>
                </a:solidFill>
                <a:latin typeface="Verdana"/>
                <a:cs typeface="Verdana"/>
              </a:rPr>
              <a:t>e</a:t>
            </a:r>
            <a:r>
              <a:rPr sz="1750" i="1" spc="-795" dirty="0">
                <a:solidFill>
                  <a:srgbClr val="0C0C0C"/>
                </a:solidFill>
                <a:latin typeface="Verdana"/>
                <a:cs typeface="Verdana"/>
              </a:rPr>
              <a:t>t</a:t>
            </a:r>
            <a:r>
              <a:rPr sz="1750" i="1" spc="-785" dirty="0">
                <a:solidFill>
                  <a:srgbClr val="0C0C0C"/>
                </a:solidFill>
                <a:latin typeface="Verdana"/>
                <a:cs typeface="Verdana"/>
              </a:rPr>
              <a:t>h</a:t>
            </a:r>
            <a:r>
              <a:rPr sz="1750" i="1" spc="-195" dirty="0">
                <a:solidFill>
                  <a:srgbClr val="0C0C0C"/>
                </a:solidFill>
                <a:latin typeface="Verdana"/>
                <a:cs typeface="Verdana"/>
              </a:rPr>
              <a:t>e</a:t>
            </a:r>
            <a:r>
              <a:rPr sz="1750" i="1" spc="-760" dirty="0">
                <a:solidFill>
                  <a:srgbClr val="00AFEF"/>
                </a:solidFill>
                <a:latin typeface="Verdana"/>
                <a:cs typeface="Verdana"/>
              </a:rPr>
              <a:t>s</a:t>
            </a:r>
            <a:r>
              <a:rPr sz="1750" i="1" spc="-795" dirty="0">
                <a:solidFill>
                  <a:srgbClr val="00AFEF"/>
                </a:solidFill>
                <a:latin typeface="Verdana"/>
                <a:cs typeface="Verdana"/>
              </a:rPr>
              <a:t>t</a:t>
            </a:r>
            <a:r>
              <a:rPr sz="1750" i="1" spc="-1050" dirty="0">
                <a:solidFill>
                  <a:srgbClr val="00AFEF"/>
                </a:solidFill>
                <a:latin typeface="Verdana"/>
                <a:cs typeface="Verdana"/>
              </a:rPr>
              <a:t>y</a:t>
            </a:r>
            <a:r>
              <a:rPr sz="1750" i="1" spc="-875" dirty="0">
                <a:solidFill>
                  <a:srgbClr val="00AFEF"/>
                </a:solidFill>
                <a:latin typeface="Verdana"/>
                <a:cs typeface="Verdana"/>
              </a:rPr>
              <a:t>l</a:t>
            </a:r>
            <a:r>
              <a:rPr sz="1750" i="1" spc="-204" dirty="0">
                <a:solidFill>
                  <a:srgbClr val="00AFEF"/>
                </a:solidFill>
                <a:latin typeface="Verdana"/>
                <a:cs typeface="Verdana"/>
              </a:rPr>
              <a:t>e</a:t>
            </a:r>
            <a:r>
              <a:rPr sz="1750" i="1" spc="-735" dirty="0">
                <a:solidFill>
                  <a:srgbClr val="0C0C0C"/>
                </a:solidFill>
                <a:latin typeface="Verdana"/>
                <a:cs typeface="Verdana"/>
              </a:rPr>
              <a:t>o</a:t>
            </a:r>
            <a:r>
              <a:rPr sz="1750" i="1" spc="-125" dirty="0">
                <a:solidFill>
                  <a:srgbClr val="0C0C0C"/>
                </a:solidFill>
                <a:latin typeface="Verdana"/>
                <a:cs typeface="Verdana"/>
              </a:rPr>
              <a:t>f</a:t>
            </a:r>
            <a:r>
              <a:rPr sz="1750" i="1" spc="-200" dirty="0">
                <a:solidFill>
                  <a:srgbClr val="0C0C0C"/>
                </a:solidFill>
                <a:latin typeface="Verdana"/>
                <a:cs typeface="Verdana"/>
              </a:rPr>
              <a:t>a</a:t>
            </a:r>
            <a:r>
              <a:rPr sz="1750" i="1" spc="-750" dirty="0">
                <a:solidFill>
                  <a:srgbClr val="0C0C0C"/>
                </a:solidFill>
                <a:latin typeface="Verdana"/>
                <a:cs typeface="Verdana"/>
              </a:rPr>
              <a:t>d</a:t>
            </a:r>
            <a:r>
              <a:rPr sz="1750" i="1" spc="-735" dirty="0">
                <a:solidFill>
                  <a:srgbClr val="0C0C0C"/>
                </a:solidFill>
                <a:latin typeface="Verdana"/>
                <a:cs typeface="Verdana"/>
              </a:rPr>
              <a:t>o</a:t>
            </a:r>
            <a:r>
              <a:rPr sz="1750" i="1" spc="-635" dirty="0">
                <a:solidFill>
                  <a:srgbClr val="0C0C0C"/>
                </a:solidFill>
                <a:latin typeface="Verdana"/>
                <a:cs typeface="Verdana"/>
              </a:rPr>
              <a:t>c</a:t>
            </a:r>
            <a:r>
              <a:rPr sz="1750" i="1" spc="-765" dirty="0">
                <a:solidFill>
                  <a:srgbClr val="0C0C0C"/>
                </a:solidFill>
                <a:latin typeface="Verdana"/>
                <a:cs typeface="Verdana"/>
              </a:rPr>
              <a:t>u</a:t>
            </a:r>
            <a:r>
              <a:rPr sz="1750" i="1" spc="-785" dirty="0">
                <a:solidFill>
                  <a:srgbClr val="0C0C0C"/>
                </a:solidFill>
                <a:latin typeface="Verdana"/>
                <a:cs typeface="Verdana"/>
              </a:rPr>
              <a:t>m</a:t>
            </a:r>
            <a:r>
              <a:rPr sz="1750" i="1" spc="-710" dirty="0">
                <a:solidFill>
                  <a:srgbClr val="0C0C0C"/>
                </a:solidFill>
                <a:latin typeface="Verdana"/>
                <a:cs typeface="Verdana"/>
              </a:rPr>
              <a:t>e</a:t>
            </a:r>
            <a:r>
              <a:rPr sz="1750" i="1" spc="-785" dirty="0">
                <a:solidFill>
                  <a:srgbClr val="0C0C0C"/>
                </a:solidFill>
                <a:latin typeface="Verdana"/>
                <a:cs typeface="Verdana"/>
              </a:rPr>
              <a:t>n</a:t>
            </a:r>
            <a:r>
              <a:rPr sz="1750" i="1" spc="40" dirty="0">
                <a:solidFill>
                  <a:srgbClr val="0C0C0C"/>
                </a:solidFill>
                <a:latin typeface="Verdana"/>
                <a:cs typeface="Verdana"/>
              </a:rPr>
              <a:t>t</a:t>
            </a:r>
            <a:endParaRPr sz="175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22155" y="1794664"/>
            <a:ext cx="956944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130" dirty="0"/>
              <a:t>CSS</a:t>
            </a:r>
            <a:endParaRPr sz="3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z="3300" spc="285" dirty="0"/>
              <a:t>Basic</a:t>
            </a:r>
            <a:r>
              <a:rPr sz="3300" spc="-65" dirty="0"/>
              <a:t> </a:t>
            </a:r>
            <a:r>
              <a:rPr sz="3300" spc="130" dirty="0"/>
              <a:t>Syntax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898704" y="2796051"/>
            <a:ext cx="3783965" cy="197802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spc="135" dirty="0">
                <a:solidFill>
                  <a:srgbClr val="0C0C0C"/>
                </a:solidFill>
                <a:latin typeface="Verdana"/>
                <a:cs typeface="Verdana"/>
              </a:rPr>
              <a:t>Selector</a:t>
            </a:r>
            <a:endParaRPr sz="2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430"/>
              </a:spcBef>
            </a:pPr>
            <a:endParaRPr sz="2300">
              <a:latin typeface="Verdana"/>
              <a:cs typeface="Verdana"/>
            </a:endParaRPr>
          </a:p>
          <a:p>
            <a:pPr marR="300355" algn="ctr">
              <a:lnSpc>
                <a:spcPct val="100000"/>
              </a:lnSpc>
            </a:pPr>
            <a:r>
              <a:rPr sz="1950" spc="-25" dirty="0">
                <a:solidFill>
                  <a:srgbClr val="00AFEF"/>
                </a:solidFill>
                <a:latin typeface="Verdana"/>
                <a:cs typeface="Verdana"/>
              </a:rPr>
              <a:t>h1{</a:t>
            </a:r>
            <a:endParaRPr sz="1950">
              <a:latin typeface="Verdana"/>
              <a:cs typeface="Verdana"/>
            </a:endParaRPr>
          </a:p>
          <a:p>
            <a:pPr marL="2262505" algn="ctr">
              <a:lnSpc>
                <a:spcPct val="100000"/>
              </a:lnSpc>
              <a:spcBef>
                <a:spcPts val="720"/>
              </a:spcBef>
            </a:pPr>
            <a:r>
              <a:rPr sz="1950" spc="90" dirty="0">
                <a:solidFill>
                  <a:srgbClr val="0C0C0C"/>
                </a:solidFill>
                <a:latin typeface="Verdana"/>
                <a:cs typeface="Verdana"/>
              </a:rPr>
              <a:t>color:</a:t>
            </a:r>
            <a:r>
              <a:rPr sz="1950" spc="-20" dirty="0">
                <a:solidFill>
                  <a:srgbClr val="0C0C0C"/>
                </a:solidFill>
                <a:latin typeface="Verdana"/>
                <a:cs typeface="Verdana"/>
              </a:rPr>
              <a:t> </a:t>
            </a:r>
            <a:r>
              <a:rPr sz="1950" spc="105" dirty="0">
                <a:solidFill>
                  <a:srgbClr val="FF0000"/>
                </a:solidFill>
                <a:latin typeface="Verdana"/>
                <a:cs typeface="Verdana"/>
              </a:rPr>
              <a:t>red</a:t>
            </a:r>
            <a:r>
              <a:rPr sz="1950" spc="-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950" spc="-50" dirty="0">
                <a:solidFill>
                  <a:srgbClr val="0C0C0C"/>
                </a:solidFill>
                <a:latin typeface="Verdana"/>
                <a:cs typeface="Verdana"/>
              </a:rPr>
              <a:t>;</a:t>
            </a:r>
            <a:endParaRPr sz="1950">
              <a:latin typeface="Verdana"/>
              <a:cs typeface="Verdana"/>
            </a:endParaRPr>
          </a:p>
          <a:p>
            <a:pPr marR="299720" algn="ctr">
              <a:lnSpc>
                <a:spcPct val="100000"/>
              </a:lnSpc>
              <a:spcBef>
                <a:spcPts val="625"/>
              </a:spcBef>
            </a:pPr>
            <a:r>
              <a:rPr sz="1950" spc="-525" dirty="0">
                <a:solidFill>
                  <a:srgbClr val="00AFEF"/>
                </a:solidFill>
                <a:latin typeface="Verdana"/>
                <a:cs typeface="Verdana"/>
              </a:rPr>
              <a:t>}</a:t>
            </a:r>
            <a:endParaRPr sz="195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15883" y="3177552"/>
            <a:ext cx="3069590" cy="2225040"/>
          </a:xfrm>
          <a:custGeom>
            <a:avLst/>
            <a:gdLst/>
            <a:ahLst/>
            <a:cxnLst/>
            <a:rect l="l" t="t" r="r" b="b"/>
            <a:pathLst>
              <a:path w="3069590" h="2225040">
                <a:moveTo>
                  <a:pt x="348996" y="326136"/>
                </a:moveTo>
                <a:lnTo>
                  <a:pt x="302221" y="336524"/>
                </a:lnTo>
                <a:lnTo>
                  <a:pt x="299897" y="327660"/>
                </a:lnTo>
                <a:lnTo>
                  <a:pt x="298716" y="323088"/>
                </a:lnTo>
                <a:lnTo>
                  <a:pt x="292620" y="312420"/>
                </a:lnTo>
                <a:lnTo>
                  <a:pt x="269621" y="277368"/>
                </a:lnTo>
                <a:lnTo>
                  <a:pt x="234696" y="242316"/>
                </a:lnTo>
                <a:lnTo>
                  <a:pt x="195072" y="220980"/>
                </a:lnTo>
                <a:lnTo>
                  <a:pt x="185928" y="217932"/>
                </a:lnTo>
                <a:lnTo>
                  <a:pt x="176784" y="216408"/>
                </a:lnTo>
                <a:lnTo>
                  <a:pt x="164604" y="216408"/>
                </a:lnTo>
                <a:lnTo>
                  <a:pt x="156972" y="214884"/>
                </a:lnTo>
                <a:lnTo>
                  <a:pt x="160020" y="214884"/>
                </a:lnTo>
                <a:lnTo>
                  <a:pt x="153924" y="213360"/>
                </a:lnTo>
                <a:lnTo>
                  <a:pt x="155448" y="214884"/>
                </a:lnTo>
                <a:lnTo>
                  <a:pt x="151638" y="213360"/>
                </a:lnTo>
                <a:lnTo>
                  <a:pt x="147828" y="211836"/>
                </a:lnTo>
                <a:lnTo>
                  <a:pt x="150876" y="213360"/>
                </a:lnTo>
                <a:lnTo>
                  <a:pt x="143256" y="210312"/>
                </a:lnTo>
                <a:lnTo>
                  <a:pt x="144780" y="210312"/>
                </a:lnTo>
                <a:lnTo>
                  <a:pt x="141732" y="208788"/>
                </a:lnTo>
                <a:lnTo>
                  <a:pt x="139446" y="207264"/>
                </a:lnTo>
                <a:lnTo>
                  <a:pt x="128016" y="199644"/>
                </a:lnTo>
                <a:lnTo>
                  <a:pt x="131064" y="201168"/>
                </a:lnTo>
                <a:lnTo>
                  <a:pt x="129108" y="199644"/>
                </a:lnTo>
                <a:lnTo>
                  <a:pt x="117348" y="190500"/>
                </a:lnTo>
                <a:lnTo>
                  <a:pt x="120396" y="192024"/>
                </a:lnTo>
                <a:lnTo>
                  <a:pt x="118872" y="190500"/>
                </a:lnTo>
                <a:lnTo>
                  <a:pt x="109728" y="181356"/>
                </a:lnTo>
                <a:lnTo>
                  <a:pt x="108508" y="179832"/>
                </a:lnTo>
                <a:lnTo>
                  <a:pt x="97536" y="166116"/>
                </a:lnTo>
                <a:lnTo>
                  <a:pt x="99060" y="167640"/>
                </a:lnTo>
                <a:lnTo>
                  <a:pt x="97993" y="166116"/>
                </a:lnTo>
                <a:lnTo>
                  <a:pt x="88392" y="152400"/>
                </a:lnTo>
                <a:lnTo>
                  <a:pt x="89916" y="153924"/>
                </a:lnTo>
                <a:lnTo>
                  <a:pt x="89027" y="152400"/>
                </a:lnTo>
                <a:lnTo>
                  <a:pt x="79248" y="135636"/>
                </a:lnTo>
                <a:lnTo>
                  <a:pt x="80772" y="137160"/>
                </a:lnTo>
                <a:lnTo>
                  <a:pt x="80010" y="135636"/>
                </a:lnTo>
                <a:lnTo>
                  <a:pt x="71628" y="118872"/>
                </a:lnTo>
                <a:lnTo>
                  <a:pt x="73152" y="120396"/>
                </a:lnTo>
                <a:lnTo>
                  <a:pt x="72567" y="118872"/>
                </a:lnTo>
                <a:lnTo>
                  <a:pt x="66128" y="102108"/>
                </a:lnTo>
                <a:lnTo>
                  <a:pt x="65532" y="100584"/>
                </a:lnTo>
                <a:lnTo>
                  <a:pt x="65532" y="102108"/>
                </a:lnTo>
                <a:lnTo>
                  <a:pt x="59880" y="82296"/>
                </a:lnTo>
                <a:lnTo>
                  <a:pt x="59436" y="80772"/>
                </a:lnTo>
                <a:lnTo>
                  <a:pt x="59436" y="82296"/>
                </a:lnTo>
                <a:lnTo>
                  <a:pt x="53340" y="60960"/>
                </a:lnTo>
                <a:lnTo>
                  <a:pt x="54864" y="62484"/>
                </a:lnTo>
                <a:lnTo>
                  <a:pt x="54546" y="60960"/>
                </a:lnTo>
                <a:lnTo>
                  <a:pt x="50622" y="42672"/>
                </a:lnTo>
                <a:lnTo>
                  <a:pt x="50190" y="41122"/>
                </a:lnTo>
                <a:lnTo>
                  <a:pt x="50152" y="40449"/>
                </a:lnTo>
                <a:lnTo>
                  <a:pt x="48780" y="21323"/>
                </a:lnTo>
                <a:lnTo>
                  <a:pt x="48755" y="19812"/>
                </a:lnTo>
                <a:lnTo>
                  <a:pt x="47244" y="0"/>
                </a:lnTo>
                <a:lnTo>
                  <a:pt x="0" y="1524"/>
                </a:lnTo>
                <a:lnTo>
                  <a:pt x="1524" y="24384"/>
                </a:lnTo>
                <a:lnTo>
                  <a:pt x="4572" y="48768"/>
                </a:lnTo>
                <a:lnTo>
                  <a:pt x="13716" y="94488"/>
                </a:lnTo>
                <a:lnTo>
                  <a:pt x="28956" y="138684"/>
                </a:lnTo>
                <a:lnTo>
                  <a:pt x="48768" y="176784"/>
                </a:lnTo>
                <a:lnTo>
                  <a:pt x="85344" y="225552"/>
                </a:lnTo>
                <a:lnTo>
                  <a:pt x="115824" y="248412"/>
                </a:lnTo>
                <a:lnTo>
                  <a:pt x="132588" y="256032"/>
                </a:lnTo>
                <a:lnTo>
                  <a:pt x="140208" y="259080"/>
                </a:lnTo>
                <a:lnTo>
                  <a:pt x="149352" y="262128"/>
                </a:lnTo>
                <a:lnTo>
                  <a:pt x="158496" y="263652"/>
                </a:lnTo>
                <a:lnTo>
                  <a:pt x="170688" y="263652"/>
                </a:lnTo>
                <a:lnTo>
                  <a:pt x="178308" y="265176"/>
                </a:lnTo>
                <a:lnTo>
                  <a:pt x="175260" y="263652"/>
                </a:lnTo>
                <a:lnTo>
                  <a:pt x="181368" y="265176"/>
                </a:lnTo>
                <a:lnTo>
                  <a:pt x="179832" y="265176"/>
                </a:lnTo>
                <a:lnTo>
                  <a:pt x="187452" y="266700"/>
                </a:lnTo>
                <a:lnTo>
                  <a:pt x="184416" y="266700"/>
                </a:lnTo>
                <a:lnTo>
                  <a:pt x="192024" y="269748"/>
                </a:lnTo>
                <a:lnTo>
                  <a:pt x="190500" y="268224"/>
                </a:lnTo>
                <a:lnTo>
                  <a:pt x="196596" y="272796"/>
                </a:lnTo>
                <a:lnTo>
                  <a:pt x="195072" y="271272"/>
                </a:lnTo>
                <a:lnTo>
                  <a:pt x="207264" y="280416"/>
                </a:lnTo>
                <a:lnTo>
                  <a:pt x="205740" y="277368"/>
                </a:lnTo>
                <a:lnTo>
                  <a:pt x="214884" y="286512"/>
                </a:lnTo>
                <a:lnTo>
                  <a:pt x="227076" y="300228"/>
                </a:lnTo>
                <a:lnTo>
                  <a:pt x="225552" y="298704"/>
                </a:lnTo>
                <a:lnTo>
                  <a:pt x="235800" y="310222"/>
                </a:lnTo>
                <a:lnTo>
                  <a:pt x="236321" y="310807"/>
                </a:lnTo>
                <a:lnTo>
                  <a:pt x="235800" y="310222"/>
                </a:lnTo>
                <a:lnTo>
                  <a:pt x="246888" y="327660"/>
                </a:lnTo>
                <a:lnTo>
                  <a:pt x="245364" y="326136"/>
                </a:lnTo>
                <a:lnTo>
                  <a:pt x="252831" y="337870"/>
                </a:lnTo>
                <a:lnTo>
                  <a:pt x="252971" y="338264"/>
                </a:lnTo>
                <a:lnTo>
                  <a:pt x="253352" y="338670"/>
                </a:lnTo>
                <a:lnTo>
                  <a:pt x="256032" y="342900"/>
                </a:lnTo>
                <a:lnTo>
                  <a:pt x="253111" y="338670"/>
                </a:lnTo>
                <a:lnTo>
                  <a:pt x="255905" y="346811"/>
                </a:lnTo>
                <a:lnTo>
                  <a:pt x="211836" y="356616"/>
                </a:lnTo>
                <a:lnTo>
                  <a:pt x="310896" y="478536"/>
                </a:lnTo>
                <a:lnTo>
                  <a:pt x="337947" y="370332"/>
                </a:lnTo>
                <a:lnTo>
                  <a:pt x="348996" y="326136"/>
                </a:lnTo>
                <a:close/>
              </a:path>
              <a:path w="3069590" h="2225040">
                <a:moveTo>
                  <a:pt x="1284732" y="1464564"/>
                </a:moveTo>
                <a:lnTo>
                  <a:pt x="1278877" y="1409700"/>
                </a:lnTo>
                <a:lnTo>
                  <a:pt x="1267968" y="1307592"/>
                </a:lnTo>
                <a:lnTo>
                  <a:pt x="1152144" y="1415796"/>
                </a:lnTo>
                <a:lnTo>
                  <a:pt x="1197127" y="1432331"/>
                </a:lnTo>
                <a:lnTo>
                  <a:pt x="909828" y="2209800"/>
                </a:lnTo>
                <a:lnTo>
                  <a:pt x="954024" y="2225040"/>
                </a:lnTo>
                <a:lnTo>
                  <a:pt x="1241475" y="1448638"/>
                </a:lnTo>
                <a:lnTo>
                  <a:pt x="1284732" y="1464564"/>
                </a:lnTo>
                <a:close/>
              </a:path>
              <a:path w="3069590" h="2225040">
                <a:moveTo>
                  <a:pt x="3069348" y="2179320"/>
                </a:moveTo>
                <a:lnTo>
                  <a:pt x="2127008" y="1344676"/>
                </a:lnTo>
                <a:lnTo>
                  <a:pt x="2140724" y="1328928"/>
                </a:lnTo>
                <a:lnTo>
                  <a:pt x="2157996" y="1309116"/>
                </a:lnTo>
                <a:lnTo>
                  <a:pt x="2005596" y="1267968"/>
                </a:lnTo>
                <a:lnTo>
                  <a:pt x="2065032" y="1415796"/>
                </a:lnTo>
                <a:lnTo>
                  <a:pt x="2096477" y="1379702"/>
                </a:lnTo>
                <a:lnTo>
                  <a:pt x="3037344" y="2214372"/>
                </a:lnTo>
                <a:lnTo>
                  <a:pt x="3069348" y="2179320"/>
                </a:lnTo>
                <a:close/>
              </a:path>
            </a:pathLst>
          </a:custGeom>
          <a:solidFill>
            <a:srgbClr val="0C0C0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601009" y="5565204"/>
            <a:ext cx="1020444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80" dirty="0">
                <a:latin typeface="Verdana"/>
                <a:cs typeface="Verdana"/>
              </a:rPr>
              <a:t>Property</a:t>
            </a:r>
            <a:endParaRPr sz="165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45044" y="5565204"/>
            <a:ext cx="66865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75" dirty="0">
                <a:latin typeface="Verdana"/>
                <a:cs typeface="Verdana"/>
              </a:rPr>
              <a:t>Value</a:t>
            </a:r>
            <a:endParaRPr sz="16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9224" y="1600200"/>
            <a:ext cx="8547418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65" dirty="0"/>
              <a:t>Including</a:t>
            </a:r>
            <a:r>
              <a:rPr spc="-35" dirty="0"/>
              <a:t> </a:t>
            </a:r>
            <a:r>
              <a:rPr spc="170" dirty="0"/>
              <a:t>Style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5372" y="2420165"/>
            <a:ext cx="6286500" cy="3279140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1130"/>
              </a:spcBef>
              <a:buFont typeface="Arial"/>
              <a:buChar char="•"/>
              <a:tabLst>
                <a:tab pos="200660" algn="l"/>
              </a:tabLst>
            </a:pPr>
            <a:r>
              <a:rPr sz="2300" spc="50" dirty="0">
                <a:latin typeface="Trebuchet MS"/>
                <a:cs typeface="Trebuchet MS"/>
              </a:rPr>
              <a:t>Inline</a:t>
            </a:r>
            <a:endParaRPr sz="2300" dirty="0">
              <a:latin typeface="Trebuchet MS"/>
              <a:cs typeface="Trebuchet MS"/>
            </a:endParaRPr>
          </a:p>
          <a:p>
            <a:pPr marL="767080">
              <a:lnSpc>
                <a:spcPct val="100000"/>
              </a:lnSpc>
              <a:spcBef>
                <a:spcPts val="900"/>
              </a:spcBef>
            </a:pPr>
            <a:r>
              <a:rPr sz="1950" spc="130" dirty="0">
                <a:solidFill>
                  <a:srgbClr val="00AFEF"/>
                </a:solidFill>
                <a:latin typeface="Trebuchet MS"/>
                <a:cs typeface="Trebuchet MS"/>
              </a:rPr>
              <a:t>&lt;h1</a:t>
            </a:r>
            <a:r>
              <a:rPr sz="1950" spc="-80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1950" spc="55" dirty="0">
                <a:solidFill>
                  <a:srgbClr val="D47205"/>
                </a:solidFill>
                <a:latin typeface="Trebuchet MS"/>
                <a:cs typeface="Trebuchet MS"/>
              </a:rPr>
              <a:t>style=“color:</a:t>
            </a:r>
            <a:r>
              <a:rPr sz="1950" spc="-50" dirty="0">
                <a:solidFill>
                  <a:srgbClr val="D47205"/>
                </a:solidFill>
                <a:latin typeface="Trebuchet MS"/>
                <a:cs typeface="Trebuchet MS"/>
              </a:rPr>
              <a:t> </a:t>
            </a:r>
            <a:r>
              <a:rPr sz="1950" spc="85" dirty="0">
                <a:solidFill>
                  <a:srgbClr val="D47205"/>
                </a:solidFill>
                <a:latin typeface="Trebuchet MS"/>
                <a:cs typeface="Trebuchet MS"/>
              </a:rPr>
              <a:t>red;”</a:t>
            </a:r>
            <a:r>
              <a:rPr sz="1950" spc="85" dirty="0">
                <a:solidFill>
                  <a:srgbClr val="00AFEF"/>
                </a:solidFill>
                <a:latin typeface="Trebuchet MS"/>
                <a:cs typeface="Trebuchet MS"/>
              </a:rPr>
              <a:t>&gt;</a:t>
            </a:r>
            <a:r>
              <a:rPr sz="1950" spc="85" dirty="0">
                <a:latin typeface="Trebuchet MS"/>
                <a:cs typeface="Trebuchet MS"/>
              </a:rPr>
              <a:t>Paarsh</a:t>
            </a:r>
            <a:r>
              <a:rPr sz="1950" spc="-75" dirty="0">
                <a:latin typeface="Trebuchet MS"/>
                <a:cs typeface="Trebuchet MS"/>
              </a:rPr>
              <a:t> </a:t>
            </a:r>
            <a:r>
              <a:rPr sz="1950" spc="65" dirty="0">
                <a:latin typeface="Trebuchet MS"/>
                <a:cs typeface="Trebuchet MS"/>
              </a:rPr>
              <a:t>Infotech</a:t>
            </a:r>
            <a:r>
              <a:rPr sz="1950" spc="-75" dirty="0">
                <a:latin typeface="Trebuchet MS"/>
                <a:cs typeface="Trebuchet MS"/>
              </a:rPr>
              <a:t> </a:t>
            </a:r>
            <a:r>
              <a:rPr sz="1950" spc="-10" dirty="0">
                <a:solidFill>
                  <a:srgbClr val="00AFEF"/>
                </a:solidFill>
                <a:latin typeface="Trebuchet MS"/>
                <a:cs typeface="Trebuchet MS"/>
              </a:rPr>
              <a:t>&lt;/h1&gt;</a:t>
            </a:r>
            <a:endParaRPr sz="1950" dirty="0">
              <a:latin typeface="Trebuchet MS"/>
              <a:cs typeface="Trebuchet MS"/>
            </a:endParaRPr>
          </a:p>
          <a:p>
            <a:pPr marL="200660" indent="-187960">
              <a:lnSpc>
                <a:spcPct val="100000"/>
              </a:lnSpc>
              <a:spcBef>
                <a:spcPts val="635"/>
              </a:spcBef>
              <a:buFont typeface="Arial"/>
              <a:buChar char="•"/>
              <a:tabLst>
                <a:tab pos="200660" algn="l"/>
              </a:tabLst>
            </a:pPr>
            <a:r>
              <a:rPr sz="2300" spc="95" dirty="0">
                <a:latin typeface="Trebuchet MS"/>
                <a:cs typeface="Trebuchet MS"/>
              </a:rPr>
              <a:t>&lt;style&gt;</a:t>
            </a:r>
            <a:r>
              <a:rPr sz="2300" spc="-114" dirty="0">
                <a:latin typeface="Trebuchet MS"/>
                <a:cs typeface="Trebuchet MS"/>
              </a:rPr>
              <a:t> </a:t>
            </a:r>
            <a:r>
              <a:rPr sz="2300" spc="70" dirty="0" smtClean="0">
                <a:latin typeface="Trebuchet MS"/>
                <a:cs typeface="Trebuchet MS"/>
              </a:rPr>
              <a:t>tag</a:t>
            </a:r>
            <a:r>
              <a:rPr lang="en-IN" sz="2300" spc="70" dirty="0" smtClean="0">
                <a:latin typeface="Trebuchet MS"/>
                <a:cs typeface="Trebuchet MS"/>
              </a:rPr>
              <a:t>  internal</a:t>
            </a:r>
            <a:endParaRPr sz="2300" dirty="0">
              <a:latin typeface="Trebuchet MS"/>
              <a:cs typeface="Trebuchet MS"/>
            </a:endParaRPr>
          </a:p>
          <a:p>
            <a:pPr marL="767080">
              <a:lnSpc>
                <a:spcPct val="100000"/>
              </a:lnSpc>
              <a:spcBef>
                <a:spcPts val="915"/>
              </a:spcBef>
            </a:pPr>
            <a:r>
              <a:rPr sz="1950" spc="75" dirty="0">
                <a:solidFill>
                  <a:srgbClr val="D47205"/>
                </a:solidFill>
                <a:latin typeface="Trebuchet MS"/>
                <a:cs typeface="Trebuchet MS"/>
              </a:rPr>
              <a:t>&lt;style&gt;</a:t>
            </a:r>
            <a:endParaRPr sz="1950" dirty="0">
              <a:latin typeface="Trebuchet MS"/>
              <a:cs typeface="Trebuchet MS"/>
            </a:endParaRPr>
          </a:p>
          <a:p>
            <a:pPr marL="1521460">
              <a:lnSpc>
                <a:spcPct val="100000"/>
              </a:lnSpc>
              <a:spcBef>
                <a:spcPts val="695"/>
              </a:spcBef>
            </a:pPr>
            <a:r>
              <a:rPr sz="1950" spc="75" dirty="0">
                <a:solidFill>
                  <a:srgbClr val="00AFEF"/>
                </a:solidFill>
                <a:latin typeface="Trebuchet MS"/>
                <a:cs typeface="Trebuchet MS"/>
              </a:rPr>
              <a:t>h1{</a:t>
            </a:r>
            <a:endParaRPr sz="1950" dirty="0">
              <a:latin typeface="Trebuchet MS"/>
              <a:cs typeface="Trebuchet MS"/>
            </a:endParaRPr>
          </a:p>
          <a:p>
            <a:pPr marL="2275840">
              <a:lnSpc>
                <a:spcPct val="100000"/>
              </a:lnSpc>
              <a:spcBef>
                <a:spcPts val="625"/>
              </a:spcBef>
            </a:pPr>
            <a:r>
              <a:rPr sz="1950" spc="65" dirty="0">
                <a:latin typeface="Trebuchet MS"/>
                <a:cs typeface="Trebuchet MS"/>
              </a:rPr>
              <a:t>color: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spc="-20" dirty="0">
                <a:solidFill>
                  <a:srgbClr val="FF0000"/>
                </a:solidFill>
                <a:latin typeface="Trebuchet MS"/>
                <a:cs typeface="Trebuchet MS"/>
              </a:rPr>
              <a:t>red</a:t>
            </a:r>
            <a:r>
              <a:rPr sz="1950" spc="-20" dirty="0">
                <a:latin typeface="Trebuchet MS"/>
                <a:cs typeface="Trebuchet MS"/>
              </a:rPr>
              <a:t>;</a:t>
            </a:r>
            <a:endParaRPr sz="1950" dirty="0">
              <a:latin typeface="Trebuchet MS"/>
              <a:cs typeface="Trebuchet MS"/>
            </a:endParaRPr>
          </a:p>
          <a:p>
            <a:pPr marR="4533265" algn="r">
              <a:lnSpc>
                <a:spcPct val="100000"/>
              </a:lnSpc>
              <a:spcBef>
                <a:spcPts val="625"/>
              </a:spcBef>
            </a:pPr>
            <a:r>
              <a:rPr sz="1950" spc="-50" dirty="0">
                <a:solidFill>
                  <a:srgbClr val="00AFEF"/>
                </a:solidFill>
                <a:latin typeface="Trebuchet MS"/>
                <a:cs typeface="Trebuchet MS"/>
              </a:rPr>
              <a:t>}</a:t>
            </a:r>
            <a:endParaRPr sz="1950" dirty="0">
              <a:latin typeface="Trebuchet MS"/>
              <a:cs typeface="Trebuchet MS"/>
            </a:endParaRPr>
          </a:p>
          <a:p>
            <a:pPr marR="4570095" algn="r">
              <a:lnSpc>
                <a:spcPct val="100000"/>
              </a:lnSpc>
              <a:spcBef>
                <a:spcPts val="625"/>
              </a:spcBef>
            </a:pPr>
            <a:r>
              <a:rPr sz="1950" spc="-10" dirty="0">
                <a:solidFill>
                  <a:srgbClr val="D47205"/>
                </a:solidFill>
                <a:latin typeface="Trebuchet MS"/>
                <a:cs typeface="Trebuchet MS"/>
              </a:rPr>
              <a:t>&lt;/style&gt;</a:t>
            </a:r>
            <a:endParaRPr sz="195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5372" y="2692358"/>
            <a:ext cx="8254365" cy="100266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114"/>
              </a:spcBef>
              <a:buFont typeface="Arial"/>
              <a:buChar char="•"/>
              <a:tabLst>
                <a:tab pos="200660" algn="l"/>
              </a:tabLst>
            </a:pPr>
            <a:r>
              <a:rPr sz="2300" spc="85" dirty="0">
                <a:solidFill>
                  <a:srgbClr val="00AFEF"/>
                </a:solidFill>
                <a:latin typeface="Trebuchet MS"/>
                <a:cs typeface="Trebuchet MS"/>
              </a:rPr>
              <a:t>External</a:t>
            </a:r>
            <a:r>
              <a:rPr sz="2300" spc="-135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2300" spc="375" dirty="0">
                <a:solidFill>
                  <a:srgbClr val="00AFEF"/>
                </a:solidFill>
                <a:latin typeface="Trebuchet MS"/>
                <a:cs typeface="Trebuchet MS"/>
              </a:rPr>
              <a:t>CSS</a:t>
            </a:r>
            <a:endParaRPr sz="2300">
              <a:latin typeface="Trebuchet MS"/>
              <a:cs typeface="Trebuchet MS"/>
            </a:endParaRPr>
          </a:p>
          <a:p>
            <a:pPr marL="767080">
              <a:lnSpc>
                <a:spcPct val="100000"/>
              </a:lnSpc>
              <a:spcBef>
                <a:spcPts val="2570"/>
              </a:spcBef>
            </a:pPr>
            <a:r>
              <a:rPr sz="1950" spc="70" dirty="0">
                <a:latin typeface="Trebuchet MS"/>
                <a:cs typeface="Trebuchet MS"/>
              </a:rPr>
              <a:t>writing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spc="350" dirty="0">
                <a:latin typeface="Trebuchet MS"/>
                <a:cs typeface="Trebuchet MS"/>
              </a:rPr>
              <a:t>CSS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in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spc="140" dirty="0">
                <a:latin typeface="Trebuchet MS"/>
                <a:cs typeface="Trebuchet MS"/>
              </a:rPr>
              <a:t>a</a:t>
            </a:r>
            <a:r>
              <a:rPr sz="1950" spc="-55" dirty="0">
                <a:latin typeface="Trebuchet MS"/>
                <a:cs typeface="Trebuchet MS"/>
              </a:rPr>
              <a:t> </a:t>
            </a:r>
            <a:r>
              <a:rPr sz="1950" spc="95" dirty="0">
                <a:latin typeface="Trebuchet MS"/>
                <a:cs typeface="Trebuchet MS"/>
              </a:rPr>
              <a:t>separate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spc="110" dirty="0">
                <a:latin typeface="Trebuchet MS"/>
                <a:cs typeface="Trebuchet MS"/>
              </a:rPr>
              <a:t>document</a:t>
            </a:r>
            <a:r>
              <a:rPr sz="1950" spc="-80" dirty="0">
                <a:latin typeface="Trebuchet MS"/>
                <a:cs typeface="Trebuchet MS"/>
              </a:rPr>
              <a:t> </a:t>
            </a:r>
            <a:r>
              <a:rPr sz="1950" spc="120" dirty="0">
                <a:latin typeface="Trebuchet MS"/>
                <a:cs typeface="Trebuchet MS"/>
              </a:rPr>
              <a:t>&amp;</a:t>
            </a:r>
            <a:r>
              <a:rPr sz="1950" spc="-70" dirty="0">
                <a:latin typeface="Trebuchet MS"/>
                <a:cs typeface="Trebuchet MS"/>
              </a:rPr>
              <a:t> </a:t>
            </a:r>
            <a:r>
              <a:rPr sz="1950" spc="75" dirty="0">
                <a:latin typeface="Trebuchet MS"/>
                <a:cs typeface="Trebuchet MS"/>
              </a:rPr>
              <a:t>linking</a:t>
            </a:r>
            <a:r>
              <a:rPr sz="1950" spc="-105" dirty="0">
                <a:latin typeface="Trebuchet MS"/>
                <a:cs typeface="Trebuchet MS"/>
              </a:rPr>
              <a:t> </a:t>
            </a:r>
            <a:r>
              <a:rPr sz="1950" spc="-50" dirty="0">
                <a:latin typeface="Trebuchet MS"/>
                <a:cs typeface="Trebuchet MS"/>
              </a:rPr>
              <a:t>it</a:t>
            </a:r>
            <a:r>
              <a:rPr sz="1950" spc="-8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with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spc="185" dirty="0">
                <a:latin typeface="Trebuchet MS"/>
                <a:cs typeface="Trebuchet MS"/>
              </a:rPr>
              <a:t>HTML</a:t>
            </a:r>
            <a:r>
              <a:rPr sz="1950" spc="-55" dirty="0">
                <a:latin typeface="Trebuchet MS"/>
                <a:cs typeface="Trebuchet MS"/>
              </a:rPr>
              <a:t> </a:t>
            </a:r>
            <a:r>
              <a:rPr sz="1950" spc="-20" dirty="0">
                <a:latin typeface="Trebuchet MS"/>
                <a:cs typeface="Trebuchet MS"/>
              </a:rPr>
              <a:t>file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65" dirty="0"/>
              <a:t>Including</a:t>
            </a:r>
            <a:r>
              <a:rPr spc="-35" dirty="0"/>
              <a:t> </a:t>
            </a:r>
            <a:r>
              <a:rPr spc="170" dirty="0"/>
              <a:t>Style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204" dirty="0"/>
              <a:t>Color</a:t>
            </a:r>
            <a:r>
              <a:rPr spc="-80" dirty="0"/>
              <a:t> </a:t>
            </a:r>
            <a:r>
              <a:rPr spc="200" dirty="0"/>
              <a:t>Property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4152" y="2532442"/>
            <a:ext cx="5114290" cy="30645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i="1" spc="-770" dirty="0">
                <a:latin typeface="Trebuchet MS"/>
                <a:cs typeface="Trebuchet MS"/>
              </a:rPr>
              <a:t>U</a:t>
            </a:r>
            <a:r>
              <a:rPr sz="2450" i="1" spc="-640" dirty="0">
                <a:latin typeface="Trebuchet MS"/>
                <a:cs typeface="Trebuchet MS"/>
              </a:rPr>
              <a:t>s</a:t>
            </a:r>
            <a:r>
              <a:rPr sz="2450" i="1" spc="-825" dirty="0">
                <a:latin typeface="Trebuchet MS"/>
                <a:cs typeface="Trebuchet MS"/>
              </a:rPr>
              <a:t>e</a:t>
            </a:r>
            <a:r>
              <a:rPr sz="2450" i="1" spc="-385" dirty="0">
                <a:latin typeface="Trebuchet MS"/>
                <a:cs typeface="Trebuchet MS"/>
              </a:rPr>
              <a:t>d</a:t>
            </a:r>
            <a:r>
              <a:rPr sz="2450" i="1" spc="-1245" dirty="0">
                <a:latin typeface="Trebuchet MS"/>
                <a:cs typeface="Trebuchet MS"/>
              </a:rPr>
              <a:t>t</a:t>
            </a:r>
            <a:r>
              <a:rPr sz="2450" i="1" spc="-265" dirty="0">
                <a:latin typeface="Trebuchet MS"/>
                <a:cs typeface="Trebuchet MS"/>
              </a:rPr>
              <a:t>o</a:t>
            </a:r>
            <a:r>
              <a:rPr sz="2450" i="1" spc="-640" dirty="0">
                <a:latin typeface="Trebuchet MS"/>
                <a:cs typeface="Trebuchet MS"/>
              </a:rPr>
              <a:t>s</a:t>
            </a:r>
            <a:r>
              <a:rPr sz="2450" i="1" spc="-825" dirty="0">
                <a:latin typeface="Trebuchet MS"/>
                <a:cs typeface="Trebuchet MS"/>
              </a:rPr>
              <a:t>e</a:t>
            </a:r>
            <a:r>
              <a:rPr sz="2450" i="1" spc="-509" dirty="0">
                <a:latin typeface="Trebuchet MS"/>
                <a:cs typeface="Trebuchet MS"/>
              </a:rPr>
              <a:t>t</a:t>
            </a:r>
            <a:r>
              <a:rPr sz="2450" i="1" spc="-1185" dirty="0">
                <a:latin typeface="Trebuchet MS"/>
                <a:cs typeface="Trebuchet MS"/>
              </a:rPr>
              <a:t>t</a:t>
            </a:r>
            <a:r>
              <a:rPr sz="2450" i="1" spc="-844" dirty="0">
                <a:latin typeface="Trebuchet MS"/>
                <a:cs typeface="Trebuchet MS"/>
              </a:rPr>
              <a:t>h</a:t>
            </a:r>
            <a:r>
              <a:rPr sz="2450" i="1" spc="-270" dirty="0">
                <a:latin typeface="Trebuchet MS"/>
                <a:cs typeface="Trebuchet MS"/>
              </a:rPr>
              <a:t>e</a:t>
            </a:r>
            <a:r>
              <a:rPr sz="2450" i="1" spc="-695" dirty="0">
                <a:latin typeface="Trebuchet MS"/>
                <a:cs typeface="Trebuchet MS"/>
              </a:rPr>
              <a:t>c</a:t>
            </a:r>
            <a:r>
              <a:rPr sz="2450" i="1" spc="-1060" dirty="0">
                <a:latin typeface="Trebuchet MS"/>
                <a:cs typeface="Trebuchet MS"/>
              </a:rPr>
              <a:t>o</a:t>
            </a:r>
            <a:r>
              <a:rPr sz="2450" i="1" spc="-1470" dirty="0">
                <a:latin typeface="Trebuchet MS"/>
                <a:cs typeface="Trebuchet MS"/>
              </a:rPr>
              <a:t>l</a:t>
            </a:r>
            <a:r>
              <a:rPr sz="2450" i="1" spc="-810" dirty="0">
                <a:latin typeface="Trebuchet MS"/>
                <a:cs typeface="Trebuchet MS"/>
              </a:rPr>
              <a:t>o</a:t>
            </a:r>
            <a:r>
              <a:rPr sz="2450" i="1" spc="-300" dirty="0">
                <a:latin typeface="Trebuchet MS"/>
                <a:cs typeface="Trebuchet MS"/>
              </a:rPr>
              <a:t>r</a:t>
            </a:r>
            <a:r>
              <a:rPr sz="2450" i="1" spc="-785" dirty="0">
                <a:latin typeface="Trebuchet MS"/>
                <a:cs typeface="Trebuchet MS"/>
              </a:rPr>
              <a:t>o</a:t>
            </a:r>
            <a:r>
              <a:rPr sz="2450" i="1" spc="-280" dirty="0">
                <a:latin typeface="Trebuchet MS"/>
                <a:cs typeface="Trebuchet MS"/>
              </a:rPr>
              <a:t>f</a:t>
            </a:r>
            <a:r>
              <a:rPr sz="2450" i="1" spc="-1375" dirty="0">
                <a:solidFill>
                  <a:srgbClr val="00AFEF"/>
                </a:solidFill>
                <a:latin typeface="Trebuchet MS"/>
                <a:cs typeface="Trebuchet MS"/>
              </a:rPr>
              <a:t>f</a:t>
            </a:r>
            <a:r>
              <a:rPr sz="2450" i="1" spc="-810" dirty="0">
                <a:solidFill>
                  <a:srgbClr val="00AFEF"/>
                </a:solidFill>
                <a:latin typeface="Trebuchet MS"/>
                <a:cs typeface="Trebuchet MS"/>
              </a:rPr>
              <a:t>o</a:t>
            </a:r>
            <a:r>
              <a:rPr sz="2450" i="1" spc="-910" dirty="0">
                <a:solidFill>
                  <a:srgbClr val="00AFEF"/>
                </a:solidFill>
                <a:latin typeface="Trebuchet MS"/>
                <a:cs typeface="Trebuchet MS"/>
              </a:rPr>
              <a:t>r</a:t>
            </a:r>
            <a:r>
              <a:rPr sz="2450" i="1" spc="-844" dirty="0">
                <a:solidFill>
                  <a:srgbClr val="00AFEF"/>
                </a:solidFill>
                <a:latin typeface="Trebuchet MS"/>
                <a:cs typeface="Trebuchet MS"/>
              </a:rPr>
              <a:t>e</a:t>
            </a:r>
            <a:r>
              <a:rPr sz="2450" i="1" spc="-740" dirty="0">
                <a:solidFill>
                  <a:srgbClr val="00AFEF"/>
                </a:solidFill>
                <a:latin typeface="Trebuchet MS"/>
                <a:cs typeface="Trebuchet MS"/>
              </a:rPr>
              <a:t>g</a:t>
            </a:r>
            <a:r>
              <a:rPr sz="2450" i="1" spc="-960" dirty="0">
                <a:solidFill>
                  <a:srgbClr val="00AFEF"/>
                </a:solidFill>
                <a:latin typeface="Trebuchet MS"/>
                <a:cs typeface="Trebuchet MS"/>
              </a:rPr>
              <a:t>r</a:t>
            </a:r>
            <a:r>
              <a:rPr sz="2450" i="1" spc="-810" dirty="0">
                <a:solidFill>
                  <a:srgbClr val="00AFEF"/>
                </a:solidFill>
                <a:latin typeface="Trebuchet MS"/>
                <a:cs typeface="Trebuchet MS"/>
              </a:rPr>
              <a:t>o</a:t>
            </a:r>
            <a:r>
              <a:rPr sz="2450" i="1" spc="-844" dirty="0">
                <a:solidFill>
                  <a:srgbClr val="00AFEF"/>
                </a:solidFill>
                <a:latin typeface="Trebuchet MS"/>
                <a:cs typeface="Trebuchet MS"/>
              </a:rPr>
              <a:t>u</a:t>
            </a:r>
            <a:r>
              <a:rPr sz="2450" i="1" spc="-805" dirty="0">
                <a:solidFill>
                  <a:srgbClr val="00AFEF"/>
                </a:solidFill>
                <a:latin typeface="Trebuchet MS"/>
                <a:cs typeface="Trebuchet MS"/>
              </a:rPr>
              <a:t>n</a:t>
            </a:r>
            <a:r>
              <a:rPr sz="2450" i="1" spc="70" dirty="0">
                <a:solidFill>
                  <a:srgbClr val="00AFEF"/>
                </a:solidFill>
                <a:latin typeface="Trebuchet MS"/>
                <a:cs typeface="Trebuchet MS"/>
              </a:rPr>
              <a:t>d</a:t>
            </a:r>
            <a:endParaRPr sz="24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2450" dirty="0">
              <a:latin typeface="Trebuchet MS"/>
              <a:cs typeface="Trebuchet MS"/>
            </a:endParaRPr>
          </a:p>
          <a:p>
            <a:pPr marL="788035" marR="2694940">
              <a:lnSpc>
                <a:spcPct val="189700"/>
              </a:lnSpc>
            </a:pPr>
            <a:r>
              <a:rPr sz="1950" spc="105" dirty="0">
                <a:latin typeface="Trebuchet MS"/>
                <a:cs typeface="Trebuchet MS"/>
              </a:rPr>
              <a:t>color</a:t>
            </a:r>
            <a:r>
              <a:rPr sz="1950" spc="-100" dirty="0">
                <a:latin typeface="Trebuchet MS"/>
                <a:cs typeface="Trebuchet MS"/>
              </a:rPr>
              <a:t> </a:t>
            </a:r>
            <a:r>
              <a:rPr sz="1950" spc="-105" dirty="0">
                <a:latin typeface="Trebuchet MS"/>
                <a:cs typeface="Trebuchet MS"/>
              </a:rPr>
              <a:t>: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spc="-20" dirty="0">
                <a:solidFill>
                  <a:srgbClr val="FF0000"/>
                </a:solidFill>
                <a:latin typeface="Trebuchet MS"/>
                <a:cs typeface="Trebuchet MS"/>
              </a:rPr>
              <a:t>red</a:t>
            </a:r>
            <a:r>
              <a:rPr sz="1950" spc="-20" dirty="0">
                <a:latin typeface="Trebuchet MS"/>
                <a:cs typeface="Trebuchet MS"/>
              </a:rPr>
              <a:t>; </a:t>
            </a:r>
            <a:r>
              <a:rPr sz="1950" spc="105" dirty="0">
                <a:latin typeface="Trebuchet MS"/>
                <a:cs typeface="Trebuchet MS"/>
              </a:rPr>
              <a:t>color</a:t>
            </a:r>
            <a:r>
              <a:rPr sz="1950" spc="-100" dirty="0">
                <a:latin typeface="Trebuchet MS"/>
                <a:cs typeface="Trebuchet MS"/>
              </a:rPr>
              <a:t> </a:t>
            </a:r>
            <a:r>
              <a:rPr sz="1950" spc="-105" dirty="0">
                <a:latin typeface="Trebuchet MS"/>
                <a:cs typeface="Trebuchet MS"/>
              </a:rPr>
              <a:t>: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spc="70" dirty="0">
                <a:solidFill>
                  <a:srgbClr val="00AF50"/>
                </a:solidFill>
                <a:latin typeface="Trebuchet MS"/>
                <a:cs typeface="Trebuchet MS"/>
              </a:rPr>
              <a:t>green</a:t>
            </a:r>
            <a:r>
              <a:rPr sz="1950" spc="70" dirty="0">
                <a:latin typeface="Trebuchet MS"/>
                <a:cs typeface="Trebuchet MS"/>
              </a:rPr>
              <a:t>; </a:t>
            </a:r>
            <a:r>
              <a:rPr sz="1950" spc="105" dirty="0">
                <a:latin typeface="Trebuchet MS"/>
                <a:cs typeface="Trebuchet MS"/>
              </a:rPr>
              <a:t>color</a:t>
            </a:r>
            <a:r>
              <a:rPr sz="1950" spc="-100" dirty="0">
                <a:latin typeface="Trebuchet MS"/>
                <a:cs typeface="Trebuchet MS"/>
              </a:rPr>
              <a:t> </a:t>
            </a:r>
            <a:r>
              <a:rPr sz="1950" spc="-105" dirty="0">
                <a:latin typeface="Trebuchet MS"/>
                <a:cs typeface="Trebuchet MS"/>
              </a:rPr>
              <a:t>: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spc="-20" dirty="0">
                <a:solidFill>
                  <a:srgbClr val="0070BF"/>
                </a:solidFill>
                <a:latin typeface="Trebuchet MS"/>
                <a:cs typeface="Trebuchet MS"/>
              </a:rPr>
              <a:t>blue</a:t>
            </a:r>
            <a:r>
              <a:rPr sz="1950" spc="-20" dirty="0">
                <a:latin typeface="Trebuchet MS"/>
                <a:cs typeface="Trebuchet MS"/>
              </a:rPr>
              <a:t>; </a:t>
            </a:r>
            <a:r>
              <a:rPr sz="1950" spc="105" dirty="0">
                <a:latin typeface="Trebuchet MS"/>
                <a:cs typeface="Trebuchet MS"/>
              </a:rPr>
              <a:t>color</a:t>
            </a:r>
            <a:r>
              <a:rPr sz="1950" spc="-100" dirty="0">
                <a:latin typeface="Trebuchet MS"/>
                <a:cs typeface="Trebuchet MS"/>
              </a:rPr>
              <a:t> </a:t>
            </a:r>
            <a:r>
              <a:rPr sz="1950" spc="-105" dirty="0">
                <a:latin typeface="Trebuchet MS"/>
                <a:cs typeface="Trebuchet MS"/>
              </a:rPr>
              <a:t>: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spc="35" dirty="0">
                <a:solidFill>
                  <a:srgbClr val="FBB6E4"/>
                </a:solidFill>
                <a:latin typeface="Trebuchet MS"/>
                <a:cs typeface="Trebuchet MS"/>
              </a:rPr>
              <a:t>pink</a:t>
            </a:r>
            <a:r>
              <a:rPr sz="1950" spc="35" dirty="0">
                <a:latin typeface="Trebuchet MS"/>
                <a:cs typeface="Trebuchet MS"/>
              </a:rPr>
              <a:t>;</a:t>
            </a:r>
            <a:endParaRPr sz="195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235" dirty="0"/>
              <a:t>Background</a:t>
            </a:r>
            <a:r>
              <a:rPr spc="-50" dirty="0"/>
              <a:t> </a:t>
            </a:r>
            <a:r>
              <a:rPr spc="204" dirty="0"/>
              <a:t>Color</a:t>
            </a:r>
            <a:r>
              <a:rPr spc="-70" dirty="0"/>
              <a:t> </a:t>
            </a:r>
            <a:r>
              <a:rPr spc="200" dirty="0"/>
              <a:t>Property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4152" y="2532442"/>
            <a:ext cx="5229225" cy="30645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i="1" spc="-785" dirty="0">
                <a:latin typeface="Trebuchet MS"/>
                <a:cs typeface="Trebuchet MS"/>
              </a:rPr>
              <a:t>U</a:t>
            </a:r>
            <a:r>
              <a:rPr sz="2450" i="1" spc="-655" dirty="0">
                <a:latin typeface="Trebuchet MS"/>
                <a:cs typeface="Trebuchet MS"/>
              </a:rPr>
              <a:t>s</a:t>
            </a:r>
            <a:r>
              <a:rPr sz="2450" i="1" spc="-840" dirty="0">
                <a:latin typeface="Trebuchet MS"/>
                <a:cs typeface="Trebuchet MS"/>
              </a:rPr>
              <a:t>e</a:t>
            </a:r>
            <a:r>
              <a:rPr sz="2450" i="1" spc="-400" dirty="0">
                <a:latin typeface="Trebuchet MS"/>
                <a:cs typeface="Trebuchet MS"/>
              </a:rPr>
              <a:t>d</a:t>
            </a:r>
            <a:r>
              <a:rPr sz="2450" i="1" spc="-1260" dirty="0">
                <a:latin typeface="Trebuchet MS"/>
                <a:cs typeface="Trebuchet MS"/>
              </a:rPr>
              <a:t>t</a:t>
            </a:r>
            <a:r>
              <a:rPr sz="2450" i="1" spc="-280" dirty="0">
                <a:latin typeface="Trebuchet MS"/>
                <a:cs typeface="Trebuchet MS"/>
              </a:rPr>
              <a:t>o</a:t>
            </a:r>
            <a:r>
              <a:rPr sz="2450" i="1" spc="-655" dirty="0">
                <a:latin typeface="Trebuchet MS"/>
                <a:cs typeface="Trebuchet MS"/>
              </a:rPr>
              <a:t>s</a:t>
            </a:r>
            <a:r>
              <a:rPr sz="2450" i="1" spc="-840" dirty="0">
                <a:latin typeface="Trebuchet MS"/>
                <a:cs typeface="Trebuchet MS"/>
              </a:rPr>
              <a:t>e</a:t>
            </a:r>
            <a:r>
              <a:rPr sz="2450" i="1" spc="-525" dirty="0">
                <a:latin typeface="Trebuchet MS"/>
                <a:cs typeface="Trebuchet MS"/>
              </a:rPr>
              <a:t>t</a:t>
            </a:r>
            <a:r>
              <a:rPr sz="2450" i="1" spc="-1200" dirty="0">
                <a:latin typeface="Trebuchet MS"/>
                <a:cs typeface="Trebuchet MS"/>
              </a:rPr>
              <a:t>t</a:t>
            </a:r>
            <a:r>
              <a:rPr sz="2450" i="1" spc="-860" dirty="0">
                <a:latin typeface="Trebuchet MS"/>
                <a:cs typeface="Trebuchet MS"/>
              </a:rPr>
              <a:t>h</a:t>
            </a:r>
            <a:r>
              <a:rPr sz="2450" i="1" spc="-285" dirty="0">
                <a:latin typeface="Trebuchet MS"/>
                <a:cs typeface="Trebuchet MS"/>
              </a:rPr>
              <a:t>e</a:t>
            </a:r>
            <a:r>
              <a:rPr sz="2450" i="1" spc="-710" dirty="0">
                <a:latin typeface="Trebuchet MS"/>
                <a:cs typeface="Trebuchet MS"/>
              </a:rPr>
              <a:t>c</a:t>
            </a:r>
            <a:r>
              <a:rPr sz="2450" i="1" spc="-1075" dirty="0">
                <a:latin typeface="Trebuchet MS"/>
                <a:cs typeface="Trebuchet MS"/>
              </a:rPr>
              <a:t>o</a:t>
            </a:r>
            <a:r>
              <a:rPr sz="2450" i="1" spc="-1485" dirty="0">
                <a:latin typeface="Trebuchet MS"/>
                <a:cs typeface="Trebuchet MS"/>
              </a:rPr>
              <a:t>l</a:t>
            </a:r>
            <a:r>
              <a:rPr sz="2450" i="1" spc="-825" dirty="0">
                <a:latin typeface="Trebuchet MS"/>
                <a:cs typeface="Trebuchet MS"/>
              </a:rPr>
              <a:t>o</a:t>
            </a:r>
            <a:r>
              <a:rPr sz="2450" i="1" spc="-315" dirty="0">
                <a:latin typeface="Trebuchet MS"/>
                <a:cs typeface="Trebuchet MS"/>
              </a:rPr>
              <a:t>r</a:t>
            </a:r>
            <a:r>
              <a:rPr sz="2450" i="1" spc="-800" dirty="0">
                <a:latin typeface="Trebuchet MS"/>
                <a:cs typeface="Trebuchet MS"/>
              </a:rPr>
              <a:t>o</a:t>
            </a:r>
            <a:r>
              <a:rPr sz="2450" i="1" spc="-65" dirty="0">
                <a:latin typeface="Trebuchet MS"/>
                <a:cs typeface="Trebuchet MS"/>
              </a:rPr>
              <a:t>f</a:t>
            </a:r>
            <a:r>
              <a:rPr sz="2450" i="1" spc="-805" dirty="0">
                <a:latin typeface="Trebuchet MS"/>
                <a:cs typeface="Trebuchet MS"/>
              </a:rPr>
              <a:t>b</a:t>
            </a:r>
            <a:r>
              <a:rPr sz="2450" i="1" spc="-825" dirty="0">
                <a:latin typeface="Trebuchet MS"/>
                <a:cs typeface="Trebuchet MS"/>
              </a:rPr>
              <a:t>a</a:t>
            </a:r>
            <a:r>
              <a:rPr sz="2450" i="1" spc="-765" dirty="0">
                <a:latin typeface="Trebuchet MS"/>
                <a:cs typeface="Trebuchet MS"/>
              </a:rPr>
              <a:t>c</a:t>
            </a:r>
            <a:r>
              <a:rPr sz="2450" i="1" spc="-900" dirty="0">
                <a:latin typeface="Trebuchet MS"/>
                <a:cs typeface="Trebuchet MS"/>
              </a:rPr>
              <a:t>k</a:t>
            </a:r>
            <a:r>
              <a:rPr sz="2450" i="1" spc="-735" dirty="0">
                <a:latin typeface="Trebuchet MS"/>
                <a:cs typeface="Trebuchet MS"/>
              </a:rPr>
              <a:t>g</a:t>
            </a:r>
            <a:r>
              <a:rPr sz="2450" i="1" spc="-975" dirty="0">
                <a:latin typeface="Trebuchet MS"/>
                <a:cs typeface="Trebuchet MS"/>
              </a:rPr>
              <a:t>r</a:t>
            </a:r>
            <a:r>
              <a:rPr sz="2450" i="1" spc="-825" dirty="0">
                <a:latin typeface="Trebuchet MS"/>
                <a:cs typeface="Trebuchet MS"/>
              </a:rPr>
              <a:t>o</a:t>
            </a:r>
            <a:r>
              <a:rPr sz="2450" i="1" spc="-860" dirty="0">
                <a:latin typeface="Trebuchet MS"/>
                <a:cs typeface="Trebuchet MS"/>
              </a:rPr>
              <a:t>u</a:t>
            </a:r>
            <a:r>
              <a:rPr sz="2450" i="1" spc="-840" dirty="0">
                <a:latin typeface="Trebuchet MS"/>
                <a:cs typeface="Trebuchet MS"/>
              </a:rPr>
              <a:t>n</a:t>
            </a:r>
            <a:r>
              <a:rPr sz="2450" i="1" spc="55" dirty="0">
                <a:latin typeface="Trebuchet MS"/>
                <a:cs typeface="Trebuchet MS"/>
              </a:rPr>
              <a:t>d</a:t>
            </a:r>
            <a:endParaRPr sz="2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2450">
              <a:latin typeface="Trebuchet MS"/>
              <a:cs typeface="Trebuchet MS"/>
            </a:endParaRPr>
          </a:p>
          <a:p>
            <a:pPr marL="788035" marR="1343660">
              <a:lnSpc>
                <a:spcPct val="189700"/>
              </a:lnSpc>
            </a:pPr>
            <a:r>
              <a:rPr sz="1950" spc="105" dirty="0">
                <a:latin typeface="Trebuchet MS"/>
                <a:cs typeface="Trebuchet MS"/>
              </a:rPr>
              <a:t>background-</a:t>
            </a:r>
            <a:r>
              <a:rPr sz="1950" spc="70" dirty="0">
                <a:latin typeface="Trebuchet MS"/>
                <a:cs typeface="Trebuchet MS"/>
              </a:rPr>
              <a:t>color: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spc="-20" dirty="0">
                <a:solidFill>
                  <a:srgbClr val="FF0000"/>
                </a:solidFill>
                <a:latin typeface="Trebuchet MS"/>
                <a:cs typeface="Trebuchet MS"/>
              </a:rPr>
              <a:t>red</a:t>
            </a:r>
            <a:r>
              <a:rPr sz="1950" spc="-20" dirty="0">
                <a:latin typeface="Trebuchet MS"/>
                <a:cs typeface="Trebuchet MS"/>
              </a:rPr>
              <a:t>; </a:t>
            </a:r>
            <a:r>
              <a:rPr sz="1950" spc="105" dirty="0">
                <a:latin typeface="Trebuchet MS"/>
                <a:cs typeface="Trebuchet MS"/>
              </a:rPr>
              <a:t>background-</a:t>
            </a:r>
            <a:r>
              <a:rPr sz="1950" spc="70" dirty="0">
                <a:latin typeface="Trebuchet MS"/>
                <a:cs typeface="Trebuchet MS"/>
              </a:rPr>
              <a:t>color: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spc="70" dirty="0">
                <a:solidFill>
                  <a:srgbClr val="00AF50"/>
                </a:solidFill>
                <a:latin typeface="Trebuchet MS"/>
                <a:cs typeface="Trebuchet MS"/>
              </a:rPr>
              <a:t>green</a:t>
            </a:r>
            <a:r>
              <a:rPr sz="1950" spc="70" dirty="0">
                <a:latin typeface="Trebuchet MS"/>
                <a:cs typeface="Trebuchet MS"/>
              </a:rPr>
              <a:t>; </a:t>
            </a:r>
            <a:r>
              <a:rPr sz="1950" spc="105" dirty="0">
                <a:latin typeface="Trebuchet MS"/>
                <a:cs typeface="Trebuchet MS"/>
              </a:rPr>
              <a:t>background-</a:t>
            </a:r>
            <a:r>
              <a:rPr sz="1950" spc="70" dirty="0">
                <a:latin typeface="Trebuchet MS"/>
                <a:cs typeface="Trebuchet MS"/>
              </a:rPr>
              <a:t>color: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spc="-20" dirty="0">
                <a:solidFill>
                  <a:srgbClr val="0070BF"/>
                </a:solidFill>
                <a:latin typeface="Trebuchet MS"/>
                <a:cs typeface="Trebuchet MS"/>
              </a:rPr>
              <a:t>blue</a:t>
            </a:r>
            <a:r>
              <a:rPr sz="1950" spc="-20" dirty="0">
                <a:latin typeface="Trebuchet MS"/>
                <a:cs typeface="Trebuchet MS"/>
              </a:rPr>
              <a:t>; </a:t>
            </a:r>
            <a:r>
              <a:rPr sz="1950" spc="105" dirty="0">
                <a:latin typeface="Trebuchet MS"/>
                <a:cs typeface="Trebuchet MS"/>
              </a:rPr>
              <a:t>background-</a:t>
            </a:r>
            <a:r>
              <a:rPr sz="1950" spc="70" dirty="0">
                <a:latin typeface="Trebuchet MS"/>
                <a:cs typeface="Trebuchet MS"/>
              </a:rPr>
              <a:t>color: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spc="45" dirty="0">
                <a:solidFill>
                  <a:srgbClr val="FBB6E4"/>
                </a:solidFill>
                <a:latin typeface="Trebuchet MS"/>
                <a:cs typeface="Trebuchet MS"/>
              </a:rPr>
              <a:t>pink</a:t>
            </a:r>
            <a:r>
              <a:rPr sz="1950" spc="45" dirty="0">
                <a:latin typeface="Trebuchet MS"/>
                <a:cs typeface="Trebuchet MS"/>
              </a:rPr>
              <a:t>;</a:t>
            </a:r>
            <a:endParaRPr sz="19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204" dirty="0"/>
              <a:t>Color</a:t>
            </a:r>
            <a:r>
              <a:rPr spc="-80" dirty="0"/>
              <a:t> </a:t>
            </a:r>
            <a:r>
              <a:rPr spc="195" dirty="0"/>
              <a:t>Systems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5372" y="2549170"/>
            <a:ext cx="2876550" cy="165481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114"/>
              </a:spcBef>
              <a:buFont typeface="Arial"/>
              <a:buChar char="•"/>
              <a:tabLst>
                <a:tab pos="200660" algn="l"/>
              </a:tabLst>
            </a:pPr>
            <a:r>
              <a:rPr sz="2300" spc="285" dirty="0">
                <a:latin typeface="Trebuchet MS"/>
                <a:cs typeface="Trebuchet MS"/>
              </a:rPr>
              <a:t>RGB</a:t>
            </a:r>
            <a:endParaRPr sz="23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60"/>
              </a:spcBef>
            </a:pPr>
            <a:endParaRPr sz="2300" dirty="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</a:pPr>
            <a:r>
              <a:rPr sz="1950" spc="65" dirty="0">
                <a:latin typeface="Trebuchet MS"/>
                <a:cs typeface="Trebuchet MS"/>
              </a:rPr>
              <a:t>color: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spc="90" dirty="0">
                <a:solidFill>
                  <a:srgbClr val="FF0000"/>
                </a:solidFill>
                <a:latin typeface="Trebuchet MS"/>
                <a:cs typeface="Trebuchet MS"/>
              </a:rPr>
              <a:t>rgb(255,</a:t>
            </a:r>
            <a:r>
              <a:rPr sz="1950" spc="-6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950" dirty="0">
                <a:solidFill>
                  <a:srgbClr val="FF0000"/>
                </a:solidFill>
                <a:latin typeface="Trebuchet MS"/>
                <a:cs typeface="Trebuchet MS"/>
              </a:rPr>
              <a:t>0,</a:t>
            </a:r>
            <a:r>
              <a:rPr sz="1950" spc="-6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950" spc="-25" dirty="0">
                <a:solidFill>
                  <a:srgbClr val="FF0000"/>
                </a:solidFill>
                <a:latin typeface="Trebuchet MS"/>
                <a:cs typeface="Trebuchet MS"/>
              </a:rPr>
              <a:t>0)</a:t>
            </a:r>
            <a:r>
              <a:rPr sz="1950" spc="-25" dirty="0">
                <a:latin typeface="Trebuchet MS"/>
                <a:cs typeface="Trebuchet MS"/>
              </a:rPr>
              <a:t>;</a:t>
            </a:r>
            <a:endParaRPr sz="1950" dirty="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1635"/>
              </a:spcBef>
            </a:pPr>
            <a:r>
              <a:rPr sz="1950" spc="65" dirty="0">
                <a:latin typeface="Trebuchet MS"/>
                <a:cs typeface="Trebuchet MS"/>
              </a:rPr>
              <a:t>color:</a:t>
            </a:r>
            <a:r>
              <a:rPr sz="1950" spc="-95" dirty="0">
                <a:latin typeface="Trebuchet MS"/>
                <a:cs typeface="Trebuchet MS"/>
              </a:rPr>
              <a:t> </a:t>
            </a:r>
            <a:r>
              <a:rPr sz="1950" spc="75" dirty="0">
                <a:solidFill>
                  <a:srgbClr val="00AF50"/>
                </a:solidFill>
                <a:latin typeface="Trebuchet MS"/>
                <a:cs typeface="Trebuchet MS"/>
              </a:rPr>
              <a:t>rgb(0,</a:t>
            </a:r>
            <a:r>
              <a:rPr sz="1950" spc="-9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1950" spc="80" dirty="0">
                <a:solidFill>
                  <a:srgbClr val="00AF50"/>
                </a:solidFill>
                <a:latin typeface="Trebuchet MS"/>
                <a:cs typeface="Trebuchet MS"/>
              </a:rPr>
              <a:t>255,</a:t>
            </a:r>
            <a:r>
              <a:rPr sz="1950" spc="-7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1950" spc="-25" dirty="0">
                <a:solidFill>
                  <a:srgbClr val="00AF50"/>
                </a:solidFill>
                <a:latin typeface="Trebuchet MS"/>
                <a:cs typeface="Trebuchet MS"/>
              </a:rPr>
              <a:t>0)</a:t>
            </a:r>
            <a:r>
              <a:rPr sz="1950" spc="-25" dirty="0">
                <a:latin typeface="Trebuchet MS"/>
                <a:cs typeface="Trebuchet MS"/>
              </a:rPr>
              <a:t>;</a:t>
            </a:r>
            <a:endParaRPr sz="1950" dirty="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10100" y="2723389"/>
            <a:ext cx="1691639" cy="146761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5432" y="2542994"/>
            <a:ext cx="3272790" cy="17068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01295" indent="-188595">
              <a:lnSpc>
                <a:spcPct val="100000"/>
              </a:lnSpc>
              <a:spcBef>
                <a:spcPts val="90"/>
              </a:spcBef>
              <a:buFont typeface="Arial"/>
              <a:buChar char="•"/>
              <a:tabLst>
                <a:tab pos="201295" algn="l"/>
              </a:tabLst>
            </a:pPr>
            <a:r>
              <a:rPr sz="2650" spc="125" dirty="0">
                <a:latin typeface="Trebuchet MS"/>
                <a:cs typeface="Trebuchet MS"/>
              </a:rPr>
              <a:t>Hex</a:t>
            </a:r>
            <a:r>
              <a:rPr sz="2650" spc="-145" dirty="0">
                <a:latin typeface="Trebuchet MS"/>
                <a:cs typeface="Trebuchet MS"/>
              </a:rPr>
              <a:t> </a:t>
            </a:r>
            <a:r>
              <a:rPr sz="2650" spc="80" dirty="0">
                <a:latin typeface="Trebuchet MS"/>
                <a:cs typeface="Trebuchet MS"/>
              </a:rPr>
              <a:t>(Hexadecimal</a:t>
            </a:r>
            <a:r>
              <a:rPr sz="2650" spc="80" dirty="0">
                <a:solidFill>
                  <a:srgbClr val="FFFFFF"/>
                </a:solidFill>
                <a:latin typeface="Trebuchet MS"/>
                <a:cs typeface="Trebuchet MS"/>
              </a:rPr>
              <a:t>)</a:t>
            </a:r>
            <a:endParaRPr sz="2650">
              <a:latin typeface="Trebuchet MS"/>
              <a:cs typeface="Trebuchet MS"/>
            </a:endParaRPr>
          </a:p>
          <a:p>
            <a:pPr marL="390525" marR="1113155">
              <a:lnSpc>
                <a:spcPct val="170300"/>
              </a:lnSpc>
              <a:spcBef>
                <a:spcPts val="2090"/>
              </a:spcBef>
            </a:pPr>
            <a:r>
              <a:rPr sz="1950" spc="65" dirty="0">
                <a:latin typeface="Trebuchet MS"/>
                <a:cs typeface="Trebuchet MS"/>
              </a:rPr>
              <a:t>color: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spc="45" dirty="0">
                <a:solidFill>
                  <a:srgbClr val="FF0000"/>
                </a:solidFill>
                <a:latin typeface="Trebuchet MS"/>
                <a:cs typeface="Trebuchet MS"/>
              </a:rPr>
              <a:t>#ff0000</a:t>
            </a:r>
            <a:r>
              <a:rPr sz="1950" spc="45" dirty="0">
                <a:latin typeface="Trebuchet MS"/>
                <a:cs typeface="Trebuchet MS"/>
              </a:rPr>
              <a:t>; </a:t>
            </a:r>
            <a:r>
              <a:rPr sz="1950" spc="65" dirty="0">
                <a:latin typeface="Trebuchet MS"/>
                <a:cs typeface="Trebuchet MS"/>
              </a:rPr>
              <a:t>color: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spc="45" dirty="0">
                <a:solidFill>
                  <a:srgbClr val="00AF50"/>
                </a:solidFill>
                <a:latin typeface="Trebuchet MS"/>
                <a:cs typeface="Trebuchet MS"/>
              </a:rPr>
              <a:t>#00ff00</a:t>
            </a:r>
            <a:r>
              <a:rPr sz="1950" spc="45" dirty="0">
                <a:latin typeface="Trebuchet MS"/>
                <a:cs typeface="Trebuchet MS"/>
              </a:rPr>
              <a:t>;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204" dirty="0"/>
              <a:t>Color</a:t>
            </a:r>
            <a:r>
              <a:rPr spc="-80" dirty="0"/>
              <a:t> </a:t>
            </a:r>
            <a:r>
              <a:rPr spc="195" dirty="0"/>
              <a:t>Systems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245" dirty="0"/>
              <a:t>Selectors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5334" y="2635994"/>
            <a:ext cx="2653030" cy="19342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1295" indent="-18859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01295" algn="l"/>
              </a:tabLst>
            </a:pPr>
            <a:r>
              <a:rPr sz="2150" spc="95" dirty="0">
                <a:latin typeface="Trebuchet MS"/>
                <a:cs typeface="Trebuchet MS"/>
              </a:rPr>
              <a:t>Universal</a:t>
            </a:r>
            <a:r>
              <a:rPr sz="2150" spc="-80" dirty="0">
                <a:latin typeface="Trebuchet MS"/>
                <a:cs typeface="Trebuchet MS"/>
              </a:rPr>
              <a:t> </a:t>
            </a:r>
            <a:r>
              <a:rPr sz="2150" spc="95" dirty="0">
                <a:latin typeface="Trebuchet MS"/>
                <a:cs typeface="Trebuchet MS"/>
              </a:rPr>
              <a:t>Selector</a:t>
            </a:r>
            <a:endParaRPr sz="2150" dirty="0">
              <a:latin typeface="Trebuchet MS"/>
              <a:cs typeface="Trebuchet MS"/>
            </a:endParaRPr>
          </a:p>
          <a:p>
            <a:pPr marL="767080">
              <a:lnSpc>
                <a:spcPct val="100000"/>
              </a:lnSpc>
              <a:spcBef>
                <a:spcPts val="1945"/>
              </a:spcBef>
            </a:pPr>
            <a:r>
              <a:rPr sz="1800" spc="125" dirty="0">
                <a:solidFill>
                  <a:srgbClr val="00AFEF"/>
                </a:solidFill>
                <a:latin typeface="Trebuchet MS"/>
                <a:cs typeface="Trebuchet MS"/>
              </a:rPr>
              <a:t>*</a:t>
            </a:r>
            <a:r>
              <a:rPr sz="1800" spc="-75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00AFEF"/>
                </a:solidFill>
                <a:latin typeface="Trebuchet MS"/>
                <a:cs typeface="Trebuchet MS"/>
              </a:rPr>
              <a:t>{</a:t>
            </a:r>
            <a:r>
              <a:rPr sz="1800" spc="-85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00AFEF"/>
                </a:solidFill>
                <a:latin typeface="Trebuchet MS"/>
                <a:cs typeface="Trebuchet MS"/>
              </a:rPr>
              <a:t>}</a:t>
            </a:r>
            <a:endParaRPr sz="1800" dirty="0">
              <a:latin typeface="Trebuchet MS"/>
              <a:cs typeface="Trebuchet MS"/>
            </a:endParaRPr>
          </a:p>
          <a:p>
            <a:pPr marL="201295" indent="-188595">
              <a:lnSpc>
                <a:spcPct val="100000"/>
              </a:lnSpc>
              <a:spcBef>
                <a:spcPts val="1655"/>
              </a:spcBef>
              <a:buFont typeface="Arial"/>
              <a:buChar char="•"/>
              <a:tabLst>
                <a:tab pos="201295" algn="l"/>
              </a:tabLst>
            </a:pPr>
            <a:r>
              <a:rPr sz="2150" spc="70" dirty="0">
                <a:latin typeface="Trebuchet MS"/>
                <a:cs typeface="Trebuchet MS"/>
              </a:rPr>
              <a:t>Element</a:t>
            </a:r>
            <a:r>
              <a:rPr sz="2150" spc="-80" dirty="0">
                <a:latin typeface="Trebuchet MS"/>
                <a:cs typeface="Trebuchet MS"/>
              </a:rPr>
              <a:t> </a:t>
            </a:r>
            <a:r>
              <a:rPr sz="2150" spc="95" dirty="0">
                <a:latin typeface="Trebuchet MS"/>
                <a:cs typeface="Trebuchet MS"/>
              </a:rPr>
              <a:t>Selector</a:t>
            </a:r>
            <a:endParaRPr sz="2150" dirty="0">
              <a:latin typeface="Trebuchet MS"/>
              <a:cs typeface="Trebuchet MS"/>
            </a:endParaRPr>
          </a:p>
          <a:p>
            <a:pPr marL="767080">
              <a:lnSpc>
                <a:spcPct val="100000"/>
              </a:lnSpc>
              <a:spcBef>
                <a:spcPts val="1945"/>
              </a:spcBef>
            </a:pPr>
            <a:r>
              <a:rPr sz="1800" spc="105" dirty="0">
                <a:solidFill>
                  <a:srgbClr val="00AFEF"/>
                </a:solidFill>
                <a:latin typeface="Trebuchet MS"/>
                <a:cs typeface="Trebuchet MS"/>
              </a:rPr>
              <a:t>h1</a:t>
            </a:r>
            <a:r>
              <a:rPr sz="1800" spc="-65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00AFEF"/>
                </a:solidFill>
                <a:latin typeface="Trebuchet MS"/>
                <a:cs typeface="Trebuchet MS"/>
              </a:rPr>
              <a:t>{</a:t>
            </a:r>
            <a:r>
              <a:rPr sz="1800" spc="-60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00AFEF"/>
                </a:solidFill>
                <a:latin typeface="Trebuchet MS"/>
                <a:cs typeface="Trebuchet MS"/>
              </a:rPr>
              <a:t>}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5334" y="4755883"/>
            <a:ext cx="1694180" cy="8775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1295" indent="-18859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01295" algn="l"/>
              </a:tabLst>
            </a:pPr>
            <a:r>
              <a:rPr sz="2150" spc="95" dirty="0">
                <a:latin typeface="Trebuchet MS"/>
                <a:cs typeface="Trebuchet MS"/>
              </a:rPr>
              <a:t>Id</a:t>
            </a:r>
            <a:r>
              <a:rPr sz="2150" spc="-125" dirty="0">
                <a:latin typeface="Trebuchet MS"/>
                <a:cs typeface="Trebuchet MS"/>
              </a:rPr>
              <a:t> </a:t>
            </a:r>
            <a:r>
              <a:rPr sz="2150" spc="95" dirty="0">
                <a:latin typeface="Trebuchet MS"/>
                <a:cs typeface="Trebuchet MS"/>
              </a:rPr>
              <a:t>Selector</a:t>
            </a:r>
            <a:endParaRPr sz="2150" dirty="0">
              <a:latin typeface="Trebuchet MS"/>
              <a:cs typeface="Trebuchet MS"/>
            </a:endParaRPr>
          </a:p>
          <a:p>
            <a:pPr marL="767080">
              <a:lnSpc>
                <a:spcPct val="100000"/>
              </a:lnSpc>
              <a:spcBef>
                <a:spcPts val="1785"/>
              </a:spcBef>
            </a:pPr>
            <a:r>
              <a:rPr sz="1950" spc="55" dirty="0">
                <a:solidFill>
                  <a:srgbClr val="00AFEF"/>
                </a:solidFill>
                <a:latin typeface="Trebuchet MS"/>
                <a:cs typeface="Trebuchet MS"/>
              </a:rPr>
              <a:t>#myid{}</a:t>
            </a:r>
            <a:endParaRPr sz="195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11737" y="2584213"/>
            <a:ext cx="2334895" cy="6807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48285" indent="-235585">
              <a:lnSpc>
                <a:spcPct val="100000"/>
              </a:lnSpc>
              <a:spcBef>
                <a:spcPts val="114"/>
              </a:spcBef>
              <a:buFont typeface="Arial"/>
              <a:buChar char="•"/>
              <a:tabLst>
                <a:tab pos="248285" algn="l"/>
              </a:tabLst>
            </a:pPr>
            <a:r>
              <a:rPr sz="2300" spc="215" dirty="0">
                <a:latin typeface="Trebuchet MS"/>
                <a:cs typeface="Trebuchet MS"/>
              </a:rPr>
              <a:t>Class</a:t>
            </a:r>
            <a:r>
              <a:rPr sz="2300" spc="-145" dirty="0">
                <a:latin typeface="Trebuchet MS"/>
                <a:cs typeface="Trebuchet MS"/>
              </a:rPr>
              <a:t> </a:t>
            </a:r>
            <a:r>
              <a:rPr sz="2300" spc="114" dirty="0">
                <a:latin typeface="Trebuchet MS"/>
                <a:cs typeface="Trebuchet MS"/>
              </a:rPr>
              <a:t>Selector</a:t>
            </a:r>
            <a:endParaRPr sz="2300" dirty="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35"/>
              </a:spcBef>
            </a:pPr>
            <a:r>
              <a:rPr sz="1950" spc="130" dirty="0">
                <a:solidFill>
                  <a:srgbClr val="00AFEF"/>
                </a:solidFill>
                <a:latin typeface="Trebuchet MS"/>
                <a:cs typeface="Trebuchet MS"/>
              </a:rPr>
              <a:t>.myClass</a:t>
            </a:r>
            <a:r>
              <a:rPr sz="1950" spc="-40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1950" dirty="0">
                <a:solidFill>
                  <a:srgbClr val="00AFEF"/>
                </a:solidFill>
                <a:latin typeface="Trebuchet MS"/>
                <a:cs typeface="Trebuchet MS"/>
              </a:rPr>
              <a:t>{</a:t>
            </a:r>
            <a:r>
              <a:rPr sz="1950" spc="-45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1950" spc="-50" dirty="0">
                <a:solidFill>
                  <a:srgbClr val="00AFEF"/>
                </a:solidFill>
                <a:latin typeface="Trebuchet MS"/>
                <a:cs typeface="Trebuchet MS"/>
              </a:rPr>
              <a:t>}</a:t>
            </a:r>
            <a:endParaRPr sz="195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315" dirty="0"/>
              <a:t>Practice</a:t>
            </a:r>
            <a:r>
              <a:rPr spc="-80" dirty="0"/>
              <a:t> </a:t>
            </a:r>
            <a:r>
              <a:rPr spc="200" dirty="0"/>
              <a:t>Set</a:t>
            </a:r>
            <a:r>
              <a:rPr spc="-55" dirty="0"/>
              <a:t> </a:t>
            </a:r>
            <a:r>
              <a:rPr spc="85" dirty="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5192" y="2434824"/>
            <a:ext cx="7421245" cy="37185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80" dirty="0">
                <a:latin typeface="Trebuchet MS"/>
                <a:cs typeface="Trebuchet MS"/>
              </a:rPr>
              <a:t>Q1: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75" dirty="0">
                <a:latin typeface="Trebuchet MS"/>
                <a:cs typeface="Trebuchet MS"/>
              </a:rPr>
              <a:t>Create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120" dirty="0">
                <a:latin typeface="Trebuchet MS"/>
                <a:cs typeface="Trebuchet MS"/>
              </a:rPr>
              <a:t>a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spc="80" dirty="0">
                <a:latin typeface="Trebuchet MS"/>
                <a:cs typeface="Trebuchet MS"/>
              </a:rPr>
              <a:t>simple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60" dirty="0">
                <a:latin typeface="Trebuchet MS"/>
                <a:cs typeface="Trebuchet MS"/>
              </a:rPr>
              <a:t>div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with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114" dirty="0">
                <a:latin typeface="Trebuchet MS"/>
                <a:cs typeface="Trebuchet MS"/>
              </a:rPr>
              <a:t>an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id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95" dirty="0">
                <a:latin typeface="Trebuchet MS"/>
                <a:cs typeface="Trebuchet MS"/>
              </a:rPr>
              <a:t>"box".</a:t>
            </a:r>
            <a:endParaRPr sz="1800">
              <a:latin typeface="Trebuchet MS"/>
              <a:cs typeface="Trebuchet MS"/>
            </a:endParaRPr>
          </a:p>
          <a:p>
            <a:pPr marL="415925" marR="2906395">
              <a:lnSpc>
                <a:spcPct val="168900"/>
              </a:lnSpc>
              <a:spcBef>
                <a:spcPts val="10"/>
              </a:spcBef>
            </a:pPr>
            <a:r>
              <a:rPr sz="1800" spc="160" dirty="0">
                <a:latin typeface="Trebuchet MS"/>
                <a:cs typeface="Trebuchet MS"/>
              </a:rPr>
              <a:t>Add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135" dirty="0">
                <a:latin typeface="Trebuchet MS"/>
                <a:cs typeface="Trebuchet MS"/>
              </a:rPr>
              <a:t>some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text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60" dirty="0">
                <a:latin typeface="Trebuchet MS"/>
                <a:cs typeface="Trebuchet MS"/>
              </a:rPr>
              <a:t>content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80" dirty="0">
                <a:latin typeface="Trebuchet MS"/>
                <a:cs typeface="Trebuchet MS"/>
              </a:rPr>
              <a:t>inside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the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div. </a:t>
            </a:r>
            <a:r>
              <a:rPr sz="1800" spc="125" dirty="0">
                <a:latin typeface="Trebuchet MS"/>
                <a:cs typeface="Trebuchet MS"/>
              </a:rPr>
              <a:t>Set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its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105" dirty="0">
                <a:latin typeface="Trebuchet MS"/>
                <a:cs typeface="Trebuchet MS"/>
              </a:rPr>
              <a:t>background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95" dirty="0">
                <a:latin typeface="Trebuchet MS"/>
                <a:cs typeface="Trebuchet MS"/>
              </a:rPr>
              <a:t>color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to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blue.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sz="1800" spc="80" dirty="0">
                <a:latin typeface="Trebuchet MS"/>
                <a:cs typeface="Trebuchet MS"/>
              </a:rPr>
              <a:t>Q2: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75" dirty="0">
                <a:latin typeface="Trebuchet MS"/>
                <a:cs typeface="Trebuchet MS"/>
              </a:rPr>
              <a:t>Create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120" dirty="0">
                <a:latin typeface="Trebuchet MS"/>
                <a:cs typeface="Trebuchet MS"/>
              </a:rPr>
              <a:t>3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120" dirty="0">
                <a:latin typeface="Trebuchet MS"/>
                <a:cs typeface="Trebuchet MS"/>
              </a:rPr>
              <a:t>headings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with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h1,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105" dirty="0">
                <a:latin typeface="Trebuchet MS"/>
                <a:cs typeface="Trebuchet MS"/>
              </a:rPr>
              <a:t>h2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85" dirty="0">
                <a:latin typeface="Trebuchet MS"/>
                <a:cs typeface="Trebuchet MS"/>
              </a:rPr>
              <a:t>&amp;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h3.</a:t>
            </a:r>
            <a:endParaRPr sz="1800">
              <a:latin typeface="Trebuchet MS"/>
              <a:cs typeface="Trebuchet MS"/>
            </a:endParaRPr>
          </a:p>
          <a:p>
            <a:pPr marL="415925">
              <a:lnSpc>
                <a:spcPct val="100000"/>
              </a:lnSpc>
              <a:spcBef>
                <a:spcPts val="1495"/>
              </a:spcBef>
            </a:pPr>
            <a:r>
              <a:rPr sz="1800" spc="85" dirty="0">
                <a:latin typeface="Trebuchet MS"/>
                <a:cs typeface="Trebuchet MS"/>
              </a:rPr>
              <a:t>Give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them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all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spc="120" dirty="0">
                <a:latin typeface="Trebuchet MS"/>
                <a:cs typeface="Trebuchet MS"/>
              </a:rPr>
              <a:t>a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145" dirty="0">
                <a:latin typeface="Trebuchet MS"/>
                <a:cs typeface="Trebuchet MS"/>
              </a:rPr>
              <a:t>class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140" dirty="0">
                <a:latin typeface="Trebuchet MS"/>
                <a:cs typeface="Trebuchet MS"/>
              </a:rPr>
              <a:t>"heading"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85" dirty="0">
                <a:latin typeface="Trebuchet MS"/>
                <a:cs typeface="Trebuchet MS"/>
              </a:rPr>
              <a:t>&amp;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90" dirty="0">
                <a:latin typeface="Trebuchet MS"/>
                <a:cs typeface="Trebuchet MS"/>
              </a:rPr>
              <a:t>set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spc="95" dirty="0">
                <a:latin typeface="Trebuchet MS"/>
                <a:cs typeface="Trebuchet MS"/>
              </a:rPr>
              <a:t>color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of</a:t>
            </a:r>
            <a:r>
              <a:rPr sz="1800" spc="170" dirty="0">
                <a:latin typeface="Trebuchet MS"/>
                <a:cs typeface="Trebuchet MS"/>
              </a:rPr>
              <a:t> </a:t>
            </a:r>
            <a:r>
              <a:rPr sz="1800" spc="140" dirty="0">
                <a:latin typeface="Trebuchet MS"/>
                <a:cs typeface="Trebuchet MS"/>
              </a:rPr>
              <a:t>"heading"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to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red.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490"/>
              </a:spcBef>
            </a:pPr>
            <a:r>
              <a:rPr sz="1800" spc="80" dirty="0">
                <a:latin typeface="Trebuchet MS"/>
                <a:cs typeface="Trebuchet MS"/>
              </a:rPr>
              <a:t>Q3: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75" dirty="0">
                <a:latin typeface="Trebuchet MS"/>
                <a:cs typeface="Trebuchet MS"/>
              </a:rPr>
              <a:t>Create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120" dirty="0">
                <a:latin typeface="Trebuchet MS"/>
                <a:cs typeface="Trebuchet MS"/>
              </a:rPr>
              <a:t>a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button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85" dirty="0">
                <a:latin typeface="Trebuchet MS"/>
                <a:cs typeface="Trebuchet MS"/>
              </a:rPr>
              <a:t>&amp;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85" dirty="0">
                <a:latin typeface="Trebuchet MS"/>
                <a:cs typeface="Trebuchet MS"/>
              </a:rPr>
              <a:t>set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its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105" dirty="0">
                <a:latin typeface="Trebuchet MS"/>
                <a:cs typeface="Trebuchet MS"/>
              </a:rPr>
              <a:t>background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spc="95" dirty="0">
                <a:latin typeface="Trebuchet MS"/>
                <a:cs typeface="Trebuchet MS"/>
              </a:rPr>
              <a:t>color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to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:</a:t>
            </a:r>
            <a:endParaRPr sz="1800">
              <a:latin typeface="Trebuchet MS"/>
              <a:cs typeface="Trebuchet MS"/>
            </a:endParaRPr>
          </a:p>
          <a:p>
            <a:pPr marL="575945" indent="-185420">
              <a:lnSpc>
                <a:spcPct val="100000"/>
              </a:lnSpc>
              <a:spcBef>
                <a:spcPts val="1055"/>
              </a:spcBef>
              <a:buFont typeface="Arial"/>
              <a:buChar char="•"/>
              <a:tabLst>
                <a:tab pos="575945" algn="l"/>
              </a:tabLst>
            </a:pPr>
            <a:r>
              <a:rPr sz="1550" spc="90" dirty="0">
                <a:latin typeface="Trebuchet MS"/>
                <a:cs typeface="Trebuchet MS"/>
              </a:rPr>
              <a:t>green</a:t>
            </a:r>
            <a:r>
              <a:rPr sz="1550" spc="-80" dirty="0">
                <a:latin typeface="Trebuchet MS"/>
                <a:cs typeface="Trebuchet MS"/>
              </a:rPr>
              <a:t> </a:t>
            </a:r>
            <a:r>
              <a:rPr sz="1550" spc="114" dirty="0">
                <a:latin typeface="Trebuchet MS"/>
                <a:cs typeface="Trebuchet MS"/>
              </a:rPr>
              <a:t>using</a:t>
            </a:r>
            <a:r>
              <a:rPr sz="1550" spc="-80" dirty="0">
                <a:latin typeface="Trebuchet MS"/>
                <a:cs typeface="Trebuchet MS"/>
              </a:rPr>
              <a:t> </a:t>
            </a:r>
            <a:r>
              <a:rPr sz="1550" spc="200" dirty="0">
                <a:latin typeface="Trebuchet MS"/>
                <a:cs typeface="Trebuchet MS"/>
              </a:rPr>
              <a:t>css</a:t>
            </a:r>
            <a:r>
              <a:rPr sz="1550" spc="-85" dirty="0">
                <a:latin typeface="Trebuchet MS"/>
                <a:cs typeface="Trebuchet MS"/>
              </a:rPr>
              <a:t> </a:t>
            </a:r>
            <a:r>
              <a:rPr sz="1550" spc="55" dirty="0">
                <a:latin typeface="Trebuchet MS"/>
                <a:cs typeface="Trebuchet MS"/>
              </a:rPr>
              <a:t>stylesheet</a:t>
            </a:r>
            <a:endParaRPr sz="1550">
              <a:latin typeface="Trebuchet MS"/>
              <a:cs typeface="Trebuchet MS"/>
            </a:endParaRPr>
          </a:p>
          <a:p>
            <a:pPr marL="575945" indent="-185420">
              <a:lnSpc>
                <a:spcPct val="100000"/>
              </a:lnSpc>
              <a:spcBef>
                <a:spcPts val="994"/>
              </a:spcBef>
              <a:buFont typeface="Arial"/>
              <a:buChar char="•"/>
              <a:tabLst>
                <a:tab pos="575945" algn="l"/>
              </a:tabLst>
            </a:pPr>
            <a:r>
              <a:rPr sz="1550" spc="55" dirty="0">
                <a:latin typeface="Trebuchet MS"/>
                <a:cs typeface="Trebuchet MS"/>
              </a:rPr>
              <a:t>blue</a:t>
            </a:r>
            <a:r>
              <a:rPr sz="1550" spc="-100" dirty="0">
                <a:latin typeface="Trebuchet MS"/>
                <a:cs typeface="Trebuchet MS"/>
              </a:rPr>
              <a:t> </a:t>
            </a:r>
            <a:r>
              <a:rPr sz="1550" spc="114" dirty="0">
                <a:latin typeface="Trebuchet MS"/>
                <a:cs typeface="Trebuchet MS"/>
              </a:rPr>
              <a:t>using</a:t>
            </a:r>
            <a:r>
              <a:rPr sz="1550" spc="-80" dirty="0">
                <a:latin typeface="Trebuchet MS"/>
                <a:cs typeface="Trebuchet MS"/>
              </a:rPr>
              <a:t> </a:t>
            </a:r>
            <a:r>
              <a:rPr sz="1550" spc="65" dirty="0">
                <a:latin typeface="Trebuchet MS"/>
                <a:cs typeface="Trebuchet MS"/>
              </a:rPr>
              <a:t>&lt;style&gt;</a:t>
            </a:r>
            <a:r>
              <a:rPr sz="1550" spc="-75" dirty="0">
                <a:latin typeface="Trebuchet MS"/>
                <a:cs typeface="Trebuchet MS"/>
              </a:rPr>
              <a:t> </a:t>
            </a:r>
            <a:r>
              <a:rPr sz="1550" spc="45" dirty="0">
                <a:latin typeface="Trebuchet MS"/>
                <a:cs typeface="Trebuchet MS"/>
              </a:rPr>
              <a:t>tag</a:t>
            </a:r>
            <a:endParaRPr sz="1550">
              <a:latin typeface="Trebuchet MS"/>
              <a:cs typeface="Trebuchet MS"/>
            </a:endParaRPr>
          </a:p>
          <a:p>
            <a:pPr marL="575945" indent="-185420">
              <a:lnSpc>
                <a:spcPct val="100000"/>
              </a:lnSpc>
              <a:spcBef>
                <a:spcPts val="994"/>
              </a:spcBef>
              <a:buFont typeface="Arial"/>
              <a:buChar char="•"/>
              <a:tabLst>
                <a:tab pos="575945" algn="l"/>
              </a:tabLst>
            </a:pPr>
            <a:r>
              <a:rPr sz="1550" spc="70" dirty="0">
                <a:latin typeface="Trebuchet MS"/>
                <a:cs typeface="Trebuchet MS"/>
              </a:rPr>
              <a:t>pink</a:t>
            </a:r>
            <a:r>
              <a:rPr sz="1550" spc="-25" dirty="0">
                <a:latin typeface="Trebuchet MS"/>
                <a:cs typeface="Trebuchet MS"/>
              </a:rPr>
              <a:t> </a:t>
            </a:r>
            <a:r>
              <a:rPr sz="1550" spc="120" dirty="0">
                <a:latin typeface="Trebuchet MS"/>
                <a:cs typeface="Trebuchet MS"/>
              </a:rPr>
              <a:t>using</a:t>
            </a:r>
            <a:r>
              <a:rPr sz="1550" spc="-30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inline</a:t>
            </a:r>
            <a:r>
              <a:rPr sz="1550" spc="-50" dirty="0">
                <a:latin typeface="Trebuchet MS"/>
                <a:cs typeface="Trebuchet MS"/>
              </a:rPr>
              <a:t> </a:t>
            </a:r>
            <a:r>
              <a:rPr sz="1550" spc="45" dirty="0">
                <a:latin typeface="Trebuchet MS"/>
                <a:cs typeface="Trebuchet MS"/>
              </a:rPr>
              <a:t>style</a:t>
            </a:r>
            <a:endParaRPr sz="15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204" dirty="0"/>
              <a:t>Text</a:t>
            </a:r>
            <a:r>
              <a:rPr spc="-70" dirty="0"/>
              <a:t> </a:t>
            </a:r>
            <a:r>
              <a:rPr spc="229" dirty="0"/>
              <a:t>Properties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5385" y="2754955"/>
            <a:ext cx="6196965" cy="17907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950" spc="-40" dirty="0">
                <a:latin typeface="Trebuchet MS"/>
                <a:cs typeface="Trebuchet MS"/>
              </a:rPr>
              <a:t>text-</a:t>
            </a:r>
            <a:r>
              <a:rPr sz="2950" spc="105" dirty="0">
                <a:latin typeface="Trebuchet MS"/>
                <a:cs typeface="Trebuchet MS"/>
              </a:rPr>
              <a:t>align</a:t>
            </a:r>
            <a:endParaRPr sz="29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9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2950" dirty="0">
              <a:latin typeface="Trebuchet MS"/>
              <a:cs typeface="Trebuchet MS"/>
            </a:endParaRPr>
          </a:p>
          <a:p>
            <a:pPr marL="1521460">
              <a:lnSpc>
                <a:spcPct val="100000"/>
              </a:lnSpc>
            </a:pPr>
            <a:r>
              <a:rPr sz="2650" spc="-50" dirty="0">
                <a:solidFill>
                  <a:srgbClr val="00AFEF"/>
                </a:solidFill>
                <a:latin typeface="Trebuchet MS"/>
                <a:cs typeface="Trebuchet MS"/>
              </a:rPr>
              <a:t>text-</a:t>
            </a:r>
            <a:r>
              <a:rPr sz="2650" spc="95" dirty="0">
                <a:solidFill>
                  <a:srgbClr val="00AFEF"/>
                </a:solidFill>
                <a:latin typeface="Trebuchet MS"/>
                <a:cs typeface="Trebuchet MS"/>
              </a:rPr>
              <a:t>align</a:t>
            </a:r>
            <a:r>
              <a:rPr sz="2650" spc="-165" dirty="0">
                <a:solidFill>
                  <a:srgbClr val="00AFEF"/>
                </a:solidFill>
                <a:latin typeface="Trebuchet MS"/>
                <a:cs typeface="Trebuchet MS"/>
              </a:rPr>
              <a:t> :</a:t>
            </a:r>
            <a:r>
              <a:rPr sz="2650" spc="-110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2650" spc="-50" dirty="0">
                <a:latin typeface="Trebuchet MS"/>
                <a:cs typeface="Trebuchet MS"/>
              </a:rPr>
              <a:t>left</a:t>
            </a:r>
            <a:r>
              <a:rPr sz="2650" spc="-130" dirty="0">
                <a:latin typeface="Trebuchet MS"/>
                <a:cs typeface="Trebuchet MS"/>
              </a:rPr>
              <a:t> </a:t>
            </a:r>
            <a:r>
              <a:rPr sz="2650" spc="-655" dirty="0">
                <a:latin typeface="Trebuchet MS"/>
                <a:cs typeface="Trebuchet MS"/>
              </a:rPr>
              <a:t>/</a:t>
            </a:r>
            <a:r>
              <a:rPr sz="2650" spc="-125" dirty="0">
                <a:latin typeface="Trebuchet MS"/>
                <a:cs typeface="Trebuchet MS"/>
              </a:rPr>
              <a:t> </a:t>
            </a:r>
            <a:r>
              <a:rPr sz="2650" spc="80" dirty="0">
                <a:latin typeface="Trebuchet MS"/>
                <a:cs typeface="Trebuchet MS"/>
              </a:rPr>
              <a:t>right</a:t>
            </a:r>
            <a:r>
              <a:rPr sz="2650" spc="-105" dirty="0">
                <a:latin typeface="Trebuchet MS"/>
                <a:cs typeface="Trebuchet MS"/>
              </a:rPr>
              <a:t> </a:t>
            </a:r>
            <a:r>
              <a:rPr sz="2650" spc="-655" dirty="0">
                <a:latin typeface="Trebuchet MS"/>
                <a:cs typeface="Trebuchet MS"/>
              </a:rPr>
              <a:t>/</a:t>
            </a:r>
            <a:r>
              <a:rPr sz="2650" spc="-125" dirty="0">
                <a:latin typeface="Trebuchet MS"/>
                <a:cs typeface="Trebuchet MS"/>
              </a:rPr>
              <a:t> </a:t>
            </a:r>
            <a:r>
              <a:rPr sz="2650" spc="90" dirty="0">
                <a:latin typeface="Trebuchet MS"/>
                <a:cs typeface="Trebuchet MS"/>
              </a:rPr>
              <a:t>center</a:t>
            </a:r>
            <a:endParaRPr sz="265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5385" y="2537005"/>
            <a:ext cx="2091055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950" dirty="0">
                <a:latin typeface="Trebuchet MS"/>
                <a:cs typeface="Trebuchet MS"/>
              </a:rPr>
              <a:t>font-</a:t>
            </a:r>
            <a:r>
              <a:rPr sz="2950" spc="100" dirty="0">
                <a:latin typeface="Trebuchet MS"/>
                <a:cs typeface="Trebuchet MS"/>
              </a:rPr>
              <a:t>weight</a:t>
            </a:r>
            <a:endParaRPr sz="295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09802" y="4047257"/>
            <a:ext cx="5440045" cy="101091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5243195" algn="l"/>
              </a:tabLst>
            </a:pPr>
            <a:r>
              <a:rPr sz="2300" spc="-10" dirty="0">
                <a:solidFill>
                  <a:srgbClr val="00AFEF"/>
                </a:solidFill>
                <a:latin typeface="Trebuchet MS"/>
                <a:cs typeface="Trebuchet MS"/>
              </a:rPr>
              <a:t>font-</a:t>
            </a:r>
            <a:r>
              <a:rPr sz="2300" spc="85" dirty="0">
                <a:solidFill>
                  <a:srgbClr val="00AFEF"/>
                </a:solidFill>
                <a:latin typeface="Trebuchet MS"/>
                <a:cs typeface="Trebuchet MS"/>
              </a:rPr>
              <a:t>weight</a:t>
            </a:r>
            <a:r>
              <a:rPr sz="2300" spc="-155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2300" spc="-135" dirty="0">
                <a:latin typeface="Trebuchet MS"/>
                <a:cs typeface="Trebuchet MS"/>
              </a:rPr>
              <a:t>:</a:t>
            </a:r>
            <a:r>
              <a:rPr sz="2300" spc="-114" dirty="0">
                <a:latin typeface="Trebuchet MS"/>
                <a:cs typeface="Trebuchet MS"/>
              </a:rPr>
              <a:t> </a:t>
            </a:r>
            <a:r>
              <a:rPr sz="2300" spc="105" dirty="0">
                <a:latin typeface="Trebuchet MS"/>
                <a:cs typeface="Trebuchet MS"/>
              </a:rPr>
              <a:t>normal</a:t>
            </a:r>
            <a:r>
              <a:rPr sz="2300" spc="-130" dirty="0">
                <a:latin typeface="Trebuchet MS"/>
                <a:cs typeface="Trebuchet MS"/>
              </a:rPr>
              <a:t> </a:t>
            </a:r>
            <a:r>
              <a:rPr sz="2300" spc="-555" dirty="0">
                <a:latin typeface="Trebuchet MS"/>
                <a:cs typeface="Trebuchet MS"/>
              </a:rPr>
              <a:t>/</a:t>
            </a:r>
            <a:r>
              <a:rPr sz="2300" spc="-114" dirty="0">
                <a:latin typeface="Trebuchet MS"/>
                <a:cs typeface="Trebuchet MS"/>
              </a:rPr>
              <a:t> </a:t>
            </a:r>
            <a:r>
              <a:rPr sz="2300" spc="100" dirty="0">
                <a:latin typeface="Trebuchet MS"/>
                <a:cs typeface="Trebuchet MS"/>
              </a:rPr>
              <a:t>bold</a:t>
            </a:r>
            <a:r>
              <a:rPr sz="2300" spc="-140" dirty="0">
                <a:latin typeface="Trebuchet MS"/>
                <a:cs typeface="Trebuchet MS"/>
              </a:rPr>
              <a:t> </a:t>
            </a:r>
            <a:r>
              <a:rPr sz="2300" spc="-555" dirty="0">
                <a:latin typeface="Trebuchet MS"/>
                <a:cs typeface="Trebuchet MS"/>
              </a:rPr>
              <a:t>/</a:t>
            </a:r>
            <a:r>
              <a:rPr sz="2300" spc="-110" dirty="0">
                <a:latin typeface="Trebuchet MS"/>
                <a:cs typeface="Trebuchet MS"/>
              </a:rPr>
              <a:t> </a:t>
            </a:r>
            <a:r>
              <a:rPr sz="2300" spc="110" dirty="0">
                <a:latin typeface="Trebuchet MS"/>
                <a:cs typeface="Trebuchet MS"/>
              </a:rPr>
              <a:t>bolder</a:t>
            </a:r>
            <a:r>
              <a:rPr sz="2300" spc="-155" dirty="0">
                <a:latin typeface="Trebuchet MS"/>
                <a:cs typeface="Trebuchet MS"/>
              </a:rPr>
              <a:t> </a:t>
            </a:r>
            <a:r>
              <a:rPr sz="2300" spc="-605" dirty="0">
                <a:latin typeface="Trebuchet MS"/>
                <a:cs typeface="Trebuchet MS"/>
              </a:rPr>
              <a:t>/</a:t>
            </a:r>
            <a:r>
              <a:rPr sz="2300" dirty="0">
                <a:latin typeface="Trebuchet MS"/>
                <a:cs typeface="Trebuchet MS"/>
              </a:rPr>
              <a:t>	</a:t>
            </a:r>
            <a:r>
              <a:rPr sz="2300" spc="235" dirty="0">
                <a:solidFill>
                  <a:srgbClr val="FFFFFF"/>
                </a:solidFill>
                <a:latin typeface="Trebuchet MS"/>
                <a:cs typeface="Trebuchet MS"/>
              </a:rPr>
              <a:t>g</a:t>
            </a:r>
            <a:endParaRPr sz="23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220"/>
              </a:spcBef>
            </a:pPr>
            <a:r>
              <a:rPr sz="2300" spc="-10" dirty="0">
                <a:solidFill>
                  <a:srgbClr val="00AFEF"/>
                </a:solidFill>
                <a:latin typeface="Trebuchet MS"/>
                <a:cs typeface="Trebuchet MS"/>
              </a:rPr>
              <a:t>font-</a:t>
            </a:r>
            <a:r>
              <a:rPr sz="2300" spc="85" dirty="0">
                <a:solidFill>
                  <a:srgbClr val="00AFEF"/>
                </a:solidFill>
                <a:latin typeface="Trebuchet MS"/>
                <a:cs typeface="Trebuchet MS"/>
              </a:rPr>
              <a:t>weight</a:t>
            </a:r>
            <a:r>
              <a:rPr sz="2300" spc="-135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2300" spc="-135" dirty="0">
                <a:latin typeface="Trebuchet MS"/>
                <a:cs typeface="Trebuchet MS"/>
              </a:rPr>
              <a:t>:</a:t>
            </a:r>
            <a:r>
              <a:rPr sz="2300" spc="-95" dirty="0">
                <a:latin typeface="Trebuchet MS"/>
                <a:cs typeface="Trebuchet MS"/>
              </a:rPr>
              <a:t> </a:t>
            </a:r>
            <a:r>
              <a:rPr sz="2300" spc="100" dirty="0">
                <a:latin typeface="Trebuchet MS"/>
                <a:cs typeface="Trebuchet MS"/>
              </a:rPr>
              <a:t>100-</a:t>
            </a:r>
            <a:r>
              <a:rPr sz="2300" spc="140" dirty="0">
                <a:latin typeface="Trebuchet MS"/>
                <a:cs typeface="Trebuchet MS"/>
              </a:rPr>
              <a:t>900</a:t>
            </a:r>
            <a:endParaRPr sz="23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204" dirty="0"/>
              <a:t>Text</a:t>
            </a:r>
            <a:r>
              <a:rPr spc="-70" dirty="0"/>
              <a:t> </a:t>
            </a:r>
            <a:r>
              <a:rPr spc="229" dirty="0"/>
              <a:t>Properties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5385" y="2537005"/>
            <a:ext cx="1953895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950" dirty="0">
                <a:latin typeface="Trebuchet MS"/>
                <a:cs typeface="Trebuchet MS"/>
              </a:rPr>
              <a:t>font-</a:t>
            </a:r>
            <a:r>
              <a:rPr sz="2950" spc="-10" dirty="0">
                <a:latin typeface="Trebuchet MS"/>
                <a:cs typeface="Trebuchet MS"/>
              </a:rPr>
              <a:t>family</a:t>
            </a:r>
            <a:endParaRPr sz="295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09813" y="4010664"/>
            <a:ext cx="3993515" cy="10833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50" spc="-25" dirty="0">
                <a:solidFill>
                  <a:srgbClr val="00AFEF"/>
                </a:solidFill>
                <a:latin typeface="Trebuchet MS"/>
                <a:cs typeface="Trebuchet MS"/>
              </a:rPr>
              <a:t>font-</a:t>
            </a:r>
            <a:r>
              <a:rPr sz="2650" dirty="0">
                <a:solidFill>
                  <a:srgbClr val="00AFEF"/>
                </a:solidFill>
                <a:latin typeface="Trebuchet MS"/>
                <a:cs typeface="Trebuchet MS"/>
              </a:rPr>
              <a:t>family</a:t>
            </a:r>
            <a:r>
              <a:rPr sz="2650" spc="-25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2650" spc="-165" dirty="0">
                <a:latin typeface="Trebuchet MS"/>
                <a:cs typeface="Trebuchet MS"/>
              </a:rPr>
              <a:t>:</a:t>
            </a:r>
            <a:r>
              <a:rPr sz="2650" spc="-25" dirty="0">
                <a:latin typeface="Trebuchet MS"/>
                <a:cs typeface="Trebuchet MS"/>
              </a:rPr>
              <a:t> </a:t>
            </a:r>
            <a:r>
              <a:rPr sz="2650" spc="50" dirty="0">
                <a:latin typeface="Trebuchet MS"/>
                <a:cs typeface="Trebuchet MS"/>
              </a:rPr>
              <a:t>arial</a:t>
            </a:r>
            <a:endParaRPr sz="2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980"/>
              </a:spcBef>
            </a:pPr>
            <a:r>
              <a:rPr sz="2650" spc="-25" dirty="0">
                <a:solidFill>
                  <a:srgbClr val="00AFEF"/>
                </a:solidFill>
                <a:latin typeface="Trebuchet MS"/>
                <a:cs typeface="Trebuchet MS"/>
              </a:rPr>
              <a:t>font-</a:t>
            </a:r>
            <a:r>
              <a:rPr sz="2650" dirty="0">
                <a:solidFill>
                  <a:srgbClr val="00AFEF"/>
                </a:solidFill>
                <a:latin typeface="Trebuchet MS"/>
                <a:cs typeface="Trebuchet MS"/>
              </a:rPr>
              <a:t>family</a:t>
            </a:r>
            <a:r>
              <a:rPr sz="2650" spc="5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2650" spc="-165" dirty="0">
                <a:latin typeface="Trebuchet MS"/>
                <a:cs typeface="Trebuchet MS"/>
              </a:rPr>
              <a:t>:</a:t>
            </a:r>
            <a:r>
              <a:rPr sz="2650" spc="5" dirty="0">
                <a:latin typeface="Trebuchet MS"/>
                <a:cs typeface="Trebuchet MS"/>
              </a:rPr>
              <a:t> </a:t>
            </a:r>
            <a:r>
              <a:rPr sz="2650" dirty="0">
                <a:latin typeface="Trebuchet MS"/>
                <a:cs typeface="Trebuchet MS"/>
              </a:rPr>
              <a:t>arial,</a:t>
            </a:r>
            <a:r>
              <a:rPr sz="2650" spc="-5" dirty="0">
                <a:latin typeface="Trebuchet MS"/>
                <a:cs typeface="Trebuchet MS"/>
              </a:rPr>
              <a:t> </a:t>
            </a:r>
            <a:r>
              <a:rPr sz="2650" spc="75" dirty="0">
                <a:latin typeface="Trebuchet MS"/>
                <a:cs typeface="Trebuchet MS"/>
              </a:rPr>
              <a:t>roboto</a:t>
            </a:r>
            <a:endParaRPr sz="26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204" dirty="0"/>
              <a:t>Text</a:t>
            </a:r>
            <a:r>
              <a:rPr spc="-70" dirty="0"/>
              <a:t> </a:t>
            </a:r>
            <a:r>
              <a:rPr spc="229" dirty="0"/>
              <a:t>Properties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26368" y="2802472"/>
            <a:ext cx="1672328" cy="147754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14162" y="4389918"/>
            <a:ext cx="1745569" cy="75708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476835" y="2668151"/>
            <a:ext cx="0" cy="586740"/>
          </a:xfrm>
          <a:custGeom>
            <a:avLst/>
            <a:gdLst/>
            <a:ahLst/>
            <a:cxnLst/>
            <a:rect l="l" t="t" r="r" b="b"/>
            <a:pathLst>
              <a:path h="586739">
                <a:moveTo>
                  <a:pt x="0" y="586134"/>
                </a:moveTo>
                <a:lnTo>
                  <a:pt x="0" y="0"/>
                </a:lnTo>
              </a:path>
            </a:pathLst>
          </a:custGeom>
          <a:ln w="213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48575" y="1200291"/>
            <a:ext cx="5387975" cy="528955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52400" marR="5080" indent="-127635">
              <a:lnSpc>
                <a:spcPct val="133500"/>
              </a:lnSpc>
              <a:spcBef>
                <a:spcPts val="85"/>
              </a:spcBef>
              <a:buFont typeface="Arial"/>
              <a:buChar char="•"/>
              <a:tabLst>
                <a:tab pos="155575" algn="l"/>
              </a:tabLst>
            </a:pPr>
            <a:r>
              <a:rPr sz="1000" b="1" spc="40" dirty="0">
                <a:solidFill>
                  <a:srgbClr val="181818"/>
                </a:solidFill>
                <a:latin typeface="Arial"/>
                <a:cs typeface="Arial"/>
              </a:rPr>
              <a:t>Generic</a:t>
            </a:r>
            <a:r>
              <a:rPr sz="1000" b="1" spc="-10" dirty="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sz="1000" b="1" spc="40" dirty="0">
                <a:solidFill>
                  <a:srgbClr val="181818"/>
                </a:solidFill>
                <a:latin typeface="Arial"/>
                <a:cs typeface="Arial"/>
              </a:rPr>
              <a:t>font</a:t>
            </a:r>
            <a:r>
              <a:rPr sz="1000" b="1" spc="-5" dirty="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sz="1000" b="1" spc="40" dirty="0">
                <a:solidFill>
                  <a:srgbClr val="181818"/>
                </a:solidFill>
                <a:latin typeface="Arial"/>
                <a:cs typeface="Arial"/>
              </a:rPr>
              <a:t>f</a:t>
            </a:r>
            <a:r>
              <a:rPr sz="1000" b="1" spc="40" dirty="0">
                <a:solidFill>
                  <a:srgbClr val="333333"/>
                </a:solidFill>
                <a:latin typeface="Arial"/>
                <a:cs typeface="Arial"/>
              </a:rPr>
              <a:t>a</a:t>
            </a:r>
            <a:r>
              <a:rPr sz="1000" b="1" spc="40" dirty="0">
                <a:solidFill>
                  <a:srgbClr val="181818"/>
                </a:solidFill>
                <a:latin typeface="Arial"/>
                <a:cs typeface="Arial"/>
              </a:rPr>
              <a:t>milies</a:t>
            </a:r>
            <a:r>
              <a:rPr sz="1000" b="1" spc="40" dirty="0">
                <a:solidFill>
                  <a:srgbClr val="4F4F4F"/>
                </a:solidFill>
                <a:latin typeface="Arial"/>
                <a:cs typeface="Arial"/>
              </a:rPr>
              <a:t>:</a:t>
            </a:r>
            <a:r>
              <a:rPr sz="1000" b="1" spc="-10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1000" spc="40" dirty="0">
                <a:solidFill>
                  <a:srgbClr val="333333"/>
                </a:solidFill>
                <a:latin typeface="Arial"/>
                <a:cs typeface="Arial"/>
              </a:rPr>
              <a:t>Generic</a:t>
            </a:r>
            <a:r>
              <a:rPr sz="1000" spc="7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40" dirty="0">
                <a:solidFill>
                  <a:srgbClr val="333333"/>
                </a:solidFill>
                <a:latin typeface="Arial"/>
                <a:cs typeface="Arial"/>
              </a:rPr>
              <a:t>font</a:t>
            </a:r>
            <a:r>
              <a:rPr sz="1000" spc="3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40" dirty="0">
                <a:solidFill>
                  <a:srgbClr val="4F4F4F"/>
                </a:solidFill>
                <a:latin typeface="Arial"/>
                <a:cs typeface="Arial"/>
              </a:rPr>
              <a:t>families</a:t>
            </a:r>
            <a:r>
              <a:rPr sz="1000" spc="5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1000" spc="40" dirty="0">
                <a:solidFill>
                  <a:srgbClr val="333333"/>
                </a:solidFill>
                <a:latin typeface="Arial"/>
                <a:cs typeface="Arial"/>
              </a:rPr>
              <a:t>are</a:t>
            </a:r>
            <a:r>
              <a:rPr sz="10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40" dirty="0">
                <a:solidFill>
                  <a:srgbClr val="333333"/>
                </a:solidFill>
                <a:latin typeface="Arial"/>
                <a:cs typeface="Arial"/>
              </a:rPr>
              <a:t>determined</a:t>
            </a:r>
            <a:r>
              <a:rPr sz="1000" spc="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40" dirty="0">
                <a:solidFill>
                  <a:srgbClr val="333333"/>
                </a:solidFill>
                <a:latin typeface="Arial"/>
                <a:cs typeface="Arial"/>
              </a:rPr>
              <a:t>by</a:t>
            </a:r>
            <a:r>
              <a:rPr sz="1000" spc="5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40" dirty="0">
                <a:solidFill>
                  <a:srgbClr val="333333"/>
                </a:solidFill>
                <a:latin typeface="Arial"/>
                <a:cs typeface="Arial"/>
              </a:rPr>
              <a:t>font</a:t>
            </a:r>
            <a:r>
              <a:rPr sz="1000" spc="5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40" dirty="0">
                <a:solidFill>
                  <a:srgbClr val="333333"/>
                </a:solidFill>
                <a:latin typeface="Arial"/>
                <a:cs typeface="Arial"/>
              </a:rPr>
              <a:t>family</a:t>
            </a:r>
            <a:r>
              <a:rPr sz="1000" spc="4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33"/>
                </a:solidFill>
                <a:latin typeface="Arial"/>
                <a:cs typeface="Arial"/>
              </a:rPr>
              <a:t>properties 	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such</a:t>
            </a:r>
            <a:r>
              <a:rPr sz="1000" spc="13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as</a:t>
            </a:r>
            <a:r>
              <a:rPr sz="1000" spc="13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80" dirty="0">
                <a:solidFill>
                  <a:srgbClr val="333333"/>
                </a:solidFill>
                <a:latin typeface="Arial"/>
                <a:cs typeface="Arial"/>
              </a:rPr>
              <a:t>serifs-</a:t>
            </a:r>
            <a:r>
              <a:rPr sz="1000" spc="105" dirty="0">
                <a:solidFill>
                  <a:srgbClr val="333333"/>
                </a:solidFill>
                <a:latin typeface="Arial"/>
                <a:cs typeface="Arial"/>
              </a:rPr>
              <a:t>which</a:t>
            </a:r>
            <a:r>
              <a:rPr sz="1000" spc="18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are</a:t>
            </a:r>
            <a:r>
              <a:rPr sz="1000" spc="13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decorative</a:t>
            </a:r>
            <a:r>
              <a:rPr sz="1000" spc="27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strokes</a:t>
            </a:r>
            <a:r>
              <a:rPr sz="1000" spc="13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on</a:t>
            </a:r>
            <a:r>
              <a:rPr sz="1000" spc="16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the</a:t>
            </a:r>
            <a:r>
              <a:rPr sz="1000" spc="1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50" dirty="0">
                <a:solidFill>
                  <a:srgbClr val="333333"/>
                </a:solidFill>
                <a:latin typeface="Arial"/>
                <a:cs typeface="Arial"/>
              </a:rPr>
              <a:t>ends</a:t>
            </a:r>
            <a:r>
              <a:rPr sz="1000" spc="13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of</a:t>
            </a:r>
            <a:r>
              <a:rPr sz="1000" spc="15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100" dirty="0">
                <a:solidFill>
                  <a:srgbClr val="4F4F4F"/>
                </a:solidFill>
                <a:latin typeface="Arial"/>
                <a:cs typeface="Arial"/>
              </a:rPr>
              <a:t>letters-</a:t>
            </a:r>
            <a:r>
              <a:rPr sz="1000" spc="114" dirty="0">
                <a:solidFill>
                  <a:srgbClr val="4F4F4F"/>
                </a:solidFill>
                <a:latin typeface="Arial"/>
                <a:cs typeface="Arial"/>
              </a:rPr>
              <a:t>or</a:t>
            </a:r>
            <a:r>
              <a:rPr sz="1000" spc="11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33"/>
                </a:solidFill>
                <a:latin typeface="Arial"/>
                <a:cs typeface="Arial"/>
              </a:rPr>
              <a:t>cursive</a:t>
            </a:r>
            <a:r>
              <a:rPr sz="1000" spc="500" dirty="0">
                <a:solidFill>
                  <a:srgbClr val="333333"/>
                </a:solidFill>
                <a:latin typeface="Arial"/>
                <a:cs typeface="Arial"/>
              </a:rPr>
              <a:t> 	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strokes.</a:t>
            </a:r>
            <a:r>
              <a:rPr sz="1000" spc="19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F4F4F"/>
                </a:solidFill>
                <a:latin typeface="Arial"/>
                <a:cs typeface="Arial"/>
              </a:rPr>
              <a:t>The</a:t>
            </a:r>
            <a:r>
              <a:rPr sz="1000" spc="229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generic</a:t>
            </a:r>
            <a:r>
              <a:rPr sz="1000" spc="254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F4F4F"/>
                </a:solidFill>
                <a:latin typeface="Arial"/>
                <a:cs typeface="Arial"/>
              </a:rPr>
              <a:t>font</a:t>
            </a:r>
            <a:r>
              <a:rPr sz="1000" spc="16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family</a:t>
            </a:r>
            <a:r>
              <a:rPr sz="1000" spc="17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50" dirty="0">
                <a:solidFill>
                  <a:srgbClr val="333333"/>
                </a:solidFill>
                <a:latin typeface="Arial"/>
                <a:cs typeface="Arial"/>
              </a:rPr>
              <a:t>name</a:t>
            </a:r>
            <a:r>
              <a:rPr sz="1000" spc="2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will</a:t>
            </a:r>
            <a:r>
              <a:rPr sz="1000" spc="204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specify</a:t>
            </a:r>
            <a:r>
              <a:rPr sz="1000" spc="17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the</a:t>
            </a:r>
            <a:r>
              <a:rPr sz="1000" spc="19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attribute</a:t>
            </a:r>
            <a:r>
              <a:rPr sz="1000" spc="2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F4F4F"/>
                </a:solidFill>
                <a:latin typeface="Arial"/>
                <a:cs typeface="Arial"/>
              </a:rPr>
              <a:t>that</a:t>
            </a:r>
            <a:r>
              <a:rPr sz="1000" spc="19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all</a:t>
            </a:r>
            <a:r>
              <a:rPr sz="1000" spc="24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F4F4F"/>
                </a:solidFill>
                <a:latin typeface="Arial"/>
                <a:cs typeface="Arial"/>
              </a:rPr>
              <a:t>fonts</a:t>
            </a:r>
            <a:r>
              <a:rPr sz="1000" spc="19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within</a:t>
            </a:r>
            <a:r>
              <a:rPr sz="1000" spc="2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4F4F4F"/>
                </a:solidFill>
                <a:latin typeface="Arial"/>
                <a:cs typeface="Arial"/>
              </a:rPr>
              <a:t>that 	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family</a:t>
            </a:r>
            <a:r>
              <a:rPr sz="1000" spc="26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50" dirty="0">
                <a:solidFill>
                  <a:srgbClr val="333333"/>
                </a:solidFill>
                <a:latin typeface="Arial"/>
                <a:cs typeface="Arial"/>
              </a:rPr>
              <a:t>s</a:t>
            </a:r>
            <a:r>
              <a:rPr sz="1000" spc="50" dirty="0">
                <a:solidFill>
                  <a:srgbClr val="4F4F4F"/>
                </a:solidFill>
                <a:latin typeface="Arial"/>
                <a:cs typeface="Arial"/>
              </a:rPr>
              <a:t>h</a:t>
            </a:r>
            <a:r>
              <a:rPr sz="1000" spc="50" dirty="0">
                <a:solidFill>
                  <a:srgbClr val="333333"/>
                </a:solidFill>
                <a:latin typeface="Arial"/>
                <a:cs typeface="Arial"/>
              </a:rPr>
              <a:t>are</a:t>
            </a:r>
            <a:r>
              <a:rPr sz="1000" spc="50" dirty="0">
                <a:solidFill>
                  <a:srgbClr val="606060"/>
                </a:solidFill>
                <a:latin typeface="Arial"/>
                <a:cs typeface="Arial"/>
              </a:rPr>
              <a:t>,</a:t>
            </a:r>
            <a:r>
              <a:rPr sz="1000" spc="5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F4F4F"/>
                </a:solidFill>
                <a:latin typeface="Arial"/>
                <a:cs typeface="Arial"/>
              </a:rPr>
              <a:t>like</a:t>
            </a:r>
            <a:r>
              <a:rPr sz="1000" spc="15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serif,</a:t>
            </a:r>
            <a:r>
              <a:rPr sz="1000" spc="2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sa</a:t>
            </a:r>
            <a:r>
              <a:rPr sz="1000" dirty="0">
                <a:solidFill>
                  <a:srgbClr val="4F4F4F"/>
                </a:solidFill>
                <a:latin typeface="Arial"/>
                <a:cs typeface="Arial"/>
              </a:rPr>
              <a:t>n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s-ser</a:t>
            </a:r>
            <a:r>
              <a:rPr sz="1000" dirty="0">
                <a:solidFill>
                  <a:srgbClr val="4F4F4F"/>
                </a:solidFill>
                <a:latin typeface="Arial"/>
                <a:cs typeface="Arial"/>
              </a:rPr>
              <a:t>i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f</a:t>
            </a:r>
            <a:r>
              <a:rPr sz="1000" dirty="0">
                <a:solidFill>
                  <a:srgbClr val="606060"/>
                </a:solidFill>
                <a:latin typeface="Arial"/>
                <a:cs typeface="Arial"/>
              </a:rPr>
              <a:t>,</a:t>
            </a:r>
            <a:r>
              <a:rPr sz="1000" spc="180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or</a:t>
            </a:r>
            <a:r>
              <a:rPr sz="1000" spc="18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33"/>
                </a:solidFill>
                <a:latin typeface="Arial"/>
                <a:cs typeface="Arial"/>
              </a:rPr>
              <a:t>monospace.</a:t>
            </a:r>
            <a:endParaRPr sz="1000">
              <a:latin typeface="Arial"/>
              <a:cs typeface="Arial"/>
            </a:endParaRPr>
          </a:p>
          <a:p>
            <a:pPr marL="153670" marR="209550" indent="-125730">
              <a:lnSpc>
                <a:spcPts val="1610"/>
              </a:lnSpc>
              <a:spcBef>
                <a:spcPts val="95"/>
              </a:spcBef>
              <a:buFont typeface="Arial"/>
              <a:buChar char="•"/>
              <a:tabLst>
                <a:tab pos="156845" algn="l"/>
              </a:tabLst>
            </a:pPr>
            <a:r>
              <a:rPr sz="1000" b="1" spc="10" dirty="0">
                <a:solidFill>
                  <a:srgbClr val="181818"/>
                </a:solidFill>
                <a:latin typeface="Arial"/>
                <a:cs typeface="Arial"/>
              </a:rPr>
              <a:t>Specific</a:t>
            </a:r>
            <a:r>
              <a:rPr sz="1000" b="1" spc="260" dirty="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sz="1000" b="1" spc="10" dirty="0">
                <a:solidFill>
                  <a:srgbClr val="181818"/>
                </a:solidFill>
                <a:latin typeface="Arial"/>
                <a:cs typeface="Arial"/>
              </a:rPr>
              <a:t>font</a:t>
            </a:r>
            <a:r>
              <a:rPr sz="1000" b="1" spc="165" dirty="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sz="1000" b="1" spc="10" dirty="0">
                <a:solidFill>
                  <a:srgbClr val="181818"/>
                </a:solidFill>
                <a:latin typeface="Arial"/>
                <a:cs typeface="Arial"/>
              </a:rPr>
              <a:t>families:</a:t>
            </a:r>
            <a:r>
              <a:rPr sz="1000" b="1" spc="130" dirty="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sz="1000" spc="10" dirty="0">
                <a:solidFill>
                  <a:srgbClr val="333333"/>
                </a:solidFill>
                <a:latin typeface="Arial"/>
                <a:cs typeface="Arial"/>
              </a:rPr>
              <a:t>Specific</a:t>
            </a:r>
            <a:r>
              <a:rPr sz="1000" spc="27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10" dirty="0">
                <a:solidFill>
                  <a:srgbClr val="4F4F4F"/>
                </a:solidFill>
                <a:latin typeface="Arial"/>
                <a:cs typeface="Arial"/>
              </a:rPr>
              <a:t>font</a:t>
            </a:r>
            <a:r>
              <a:rPr sz="1000" spc="18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1000" spc="10" dirty="0">
                <a:solidFill>
                  <a:srgbClr val="333333"/>
                </a:solidFill>
                <a:latin typeface="Arial"/>
                <a:cs typeface="Arial"/>
              </a:rPr>
              <a:t>families</a:t>
            </a:r>
            <a:r>
              <a:rPr sz="1000" spc="204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10" dirty="0">
                <a:solidFill>
                  <a:srgbClr val="333333"/>
                </a:solidFill>
                <a:latin typeface="Arial"/>
                <a:cs typeface="Arial"/>
              </a:rPr>
              <a:t>are</a:t>
            </a:r>
            <a:r>
              <a:rPr sz="1000" spc="19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10" dirty="0">
                <a:solidFill>
                  <a:srgbClr val="333333"/>
                </a:solidFill>
                <a:latin typeface="Arial"/>
                <a:cs typeface="Arial"/>
              </a:rPr>
              <a:t>specific</a:t>
            </a:r>
            <a:r>
              <a:rPr sz="1000" spc="19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10" dirty="0">
                <a:solidFill>
                  <a:srgbClr val="333333"/>
                </a:solidFill>
                <a:latin typeface="Arial"/>
                <a:cs typeface="Arial"/>
              </a:rPr>
              <a:t>fonts</a:t>
            </a:r>
            <a:r>
              <a:rPr sz="1000" spc="19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10" dirty="0">
                <a:solidFill>
                  <a:srgbClr val="333333"/>
                </a:solidFill>
                <a:latin typeface="Arial"/>
                <a:cs typeface="Arial"/>
              </a:rPr>
              <a:t>with</a:t>
            </a:r>
            <a:r>
              <a:rPr sz="1000" spc="1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10" dirty="0">
                <a:solidFill>
                  <a:srgbClr val="333333"/>
                </a:solidFill>
                <a:latin typeface="Arial"/>
                <a:cs typeface="Arial"/>
              </a:rPr>
              <a:t>different</a:t>
            </a:r>
            <a:r>
              <a:rPr sz="1000" spc="2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33"/>
                </a:solidFill>
                <a:latin typeface="Arial"/>
                <a:cs typeface="Arial"/>
              </a:rPr>
              <a:t>styles 	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within</a:t>
            </a:r>
            <a:r>
              <a:rPr sz="1000" spc="13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the</a:t>
            </a:r>
            <a:r>
              <a:rPr sz="1000" spc="114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55" dirty="0">
                <a:solidFill>
                  <a:srgbClr val="333333"/>
                </a:solidFill>
                <a:latin typeface="Arial"/>
                <a:cs typeface="Arial"/>
              </a:rPr>
              <a:t>one</a:t>
            </a:r>
            <a:r>
              <a:rPr sz="1000" spc="17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font</a:t>
            </a:r>
            <a:r>
              <a:rPr sz="1000" spc="17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family</a:t>
            </a:r>
            <a:r>
              <a:rPr sz="1000" spc="20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name,</a:t>
            </a:r>
            <a:r>
              <a:rPr sz="1000" spc="17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such</a:t>
            </a:r>
            <a:r>
              <a:rPr sz="1000" spc="18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as</a:t>
            </a:r>
            <a:r>
              <a:rPr sz="1000" spc="5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Arial</a:t>
            </a:r>
            <a:r>
              <a:rPr sz="1000" dirty="0">
                <a:solidFill>
                  <a:srgbClr val="606060"/>
                </a:solidFill>
                <a:latin typeface="Arial"/>
                <a:cs typeface="Arial"/>
              </a:rPr>
              <a:t>,</a:t>
            </a:r>
            <a:r>
              <a:rPr sz="1000" spc="50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Times</a:t>
            </a:r>
            <a:r>
              <a:rPr sz="1000" spc="17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55" dirty="0">
                <a:solidFill>
                  <a:srgbClr val="333333"/>
                </a:solidFill>
                <a:latin typeface="Arial"/>
                <a:cs typeface="Arial"/>
              </a:rPr>
              <a:t>New</a:t>
            </a:r>
            <a:r>
              <a:rPr sz="1000" spc="16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55" dirty="0">
                <a:solidFill>
                  <a:srgbClr val="333333"/>
                </a:solidFill>
                <a:latin typeface="Arial"/>
                <a:cs typeface="Arial"/>
              </a:rPr>
              <a:t>Roman</a:t>
            </a:r>
            <a:r>
              <a:rPr sz="1000" spc="55" dirty="0">
                <a:solidFill>
                  <a:srgbClr val="606060"/>
                </a:solidFill>
                <a:latin typeface="Arial"/>
                <a:cs typeface="Arial"/>
              </a:rPr>
              <a:t>,</a:t>
            </a:r>
            <a:r>
              <a:rPr sz="1000" spc="100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1000" spc="55" dirty="0">
                <a:solidFill>
                  <a:srgbClr val="333333"/>
                </a:solidFill>
                <a:latin typeface="Arial"/>
                <a:cs typeface="Arial"/>
              </a:rPr>
              <a:t>and </a:t>
            </a:r>
            <a:r>
              <a:rPr sz="1000" spc="-10" dirty="0">
                <a:solidFill>
                  <a:srgbClr val="333333"/>
                </a:solidFill>
                <a:latin typeface="Arial"/>
                <a:cs typeface="Arial"/>
              </a:rPr>
              <a:t>Tahoma.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300" b="1" dirty="0">
                <a:solidFill>
                  <a:srgbClr val="181818"/>
                </a:solidFill>
                <a:latin typeface="Arial"/>
                <a:cs typeface="Arial"/>
              </a:rPr>
              <a:t>5</a:t>
            </a:r>
            <a:r>
              <a:rPr sz="1300" b="1" spc="15" dirty="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181818"/>
                </a:solidFill>
                <a:latin typeface="Arial"/>
                <a:cs typeface="Arial"/>
              </a:rPr>
              <a:t>Generic</a:t>
            </a:r>
            <a:r>
              <a:rPr sz="1300" b="1" spc="105" dirty="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181818"/>
                </a:solidFill>
                <a:latin typeface="Arial"/>
                <a:cs typeface="Arial"/>
              </a:rPr>
              <a:t>Font</a:t>
            </a:r>
            <a:r>
              <a:rPr sz="1300" b="1" spc="75" dirty="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181818"/>
                </a:solidFill>
                <a:latin typeface="Arial"/>
                <a:cs typeface="Arial"/>
              </a:rPr>
              <a:t>Families</a:t>
            </a:r>
            <a:endParaRPr sz="1300">
              <a:latin typeface="Arial"/>
              <a:cs typeface="Arial"/>
            </a:endParaRPr>
          </a:p>
          <a:p>
            <a:pPr marL="14604">
              <a:lnSpc>
                <a:spcPct val="100000"/>
              </a:lnSpc>
              <a:spcBef>
                <a:spcPts val="885"/>
              </a:spcBef>
            </a:pP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Here</a:t>
            </a:r>
            <a:r>
              <a:rPr sz="800" spc="1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707070"/>
                </a:solidFill>
                <a:latin typeface="Arial"/>
                <a:cs typeface="Arial"/>
              </a:rPr>
              <a:t>is</a:t>
            </a:r>
            <a:r>
              <a:rPr sz="800" spc="75" dirty="0">
                <a:solidFill>
                  <a:srgbClr val="707070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an</a:t>
            </a:r>
            <a:r>
              <a:rPr sz="800" spc="3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overview</a:t>
            </a:r>
            <a:r>
              <a:rPr sz="800" spc="9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of</a:t>
            </a:r>
            <a:r>
              <a:rPr sz="800" spc="8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the</a:t>
            </a:r>
            <a:r>
              <a:rPr sz="800" spc="3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generic</a:t>
            </a:r>
            <a:r>
              <a:rPr sz="800" spc="11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font</a:t>
            </a:r>
            <a:r>
              <a:rPr sz="800" spc="5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606060"/>
                </a:solidFill>
                <a:latin typeface="Arial"/>
                <a:cs typeface="Arial"/>
              </a:rPr>
              <a:t>families</a:t>
            </a:r>
            <a:r>
              <a:rPr sz="800" spc="70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found</a:t>
            </a:r>
            <a:r>
              <a:rPr sz="800" spc="1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606060"/>
                </a:solidFill>
                <a:latin typeface="Arial"/>
                <a:cs typeface="Arial"/>
              </a:rPr>
              <a:t>in</a:t>
            </a:r>
            <a:r>
              <a:rPr sz="800" spc="4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many</a:t>
            </a:r>
            <a:r>
              <a:rPr sz="800" spc="6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word</a:t>
            </a:r>
            <a:r>
              <a:rPr sz="800" spc="4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processing</a:t>
            </a:r>
            <a:r>
              <a:rPr sz="800" spc="3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4F4F4F"/>
                </a:solidFill>
                <a:latin typeface="Arial"/>
                <a:cs typeface="Arial"/>
              </a:rPr>
              <a:t>programs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 marL="95250" marR="1268730" indent="163830">
              <a:lnSpc>
                <a:spcPct val="134400"/>
              </a:lnSpc>
              <a:spcBef>
                <a:spcPts val="5"/>
              </a:spcBef>
              <a:buClr>
                <a:srgbClr val="4F4F4F"/>
              </a:buClr>
              <a:buFont typeface="Arial"/>
              <a:buAutoNum type="arabicPeriod"/>
              <a:tabLst>
                <a:tab pos="259079" algn="l"/>
              </a:tabLst>
            </a:pPr>
            <a:r>
              <a:rPr sz="800" b="1" dirty="0">
                <a:solidFill>
                  <a:srgbClr val="333333"/>
                </a:solidFill>
                <a:latin typeface="Arial"/>
                <a:cs typeface="Arial"/>
              </a:rPr>
              <a:t>Serif</a:t>
            </a:r>
            <a:r>
              <a:rPr sz="800" b="1" dirty="0">
                <a:solidFill>
                  <a:srgbClr val="707070"/>
                </a:solidFill>
                <a:latin typeface="Arial"/>
                <a:cs typeface="Arial"/>
              </a:rPr>
              <a:t>:</a:t>
            </a:r>
            <a:r>
              <a:rPr sz="800" b="1" spc="-65" dirty="0">
                <a:solidFill>
                  <a:srgbClr val="707070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Serif</a:t>
            </a:r>
            <a:r>
              <a:rPr sz="800" spc="13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fonts</a:t>
            </a:r>
            <a:r>
              <a:rPr sz="800" spc="6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are</a:t>
            </a:r>
            <a:r>
              <a:rPr sz="800" spc="8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traditional</a:t>
            </a:r>
            <a:r>
              <a:rPr sz="800" spc="12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333333"/>
                </a:solidFill>
                <a:latin typeface="Arial"/>
                <a:cs typeface="Arial"/>
              </a:rPr>
              <a:t>typefaces</a:t>
            </a:r>
            <a:r>
              <a:rPr sz="800" spc="7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using</a:t>
            </a:r>
            <a:r>
              <a:rPr sz="800" spc="6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characters</a:t>
            </a:r>
            <a:r>
              <a:rPr sz="800" spc="10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that</a:t>
            </a:r>
            <a:r>
              <a:rPr sz="800" spc="4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have</a:t>
            </a:r>
            <a:r>
              <a:rPr sz="800" spc="9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serifs</a:t>
            </a:r>
            <a:r>
              <a:rPr sz="800" spc="6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4F4F4F"/>
                </a:solidFill>
                <a:latin typeface="Arial"/>
                <a:cs typeface="Arial"/>
              </a:rPr>
              <a:t>w</a:t>
            </a:r>
            <a:r>
              <a:rPr sz="800" spc="-10" dirty="0">
                <a:solidFill>
                  <a:srgbClr val="707070"/>
                </a:solidFill>
                <a:latin typeface="Arial"/>
                <a:cs typeface="Arial"/>
              </a:rPr>
              <a:t>h</a:t>
            </a:r>
            <a:r>
              <a:rPr sz="800" spc="-10" dirty="0">
                <a:solidFill>
                  <a:srgbClr val="898989"/>
                </a:solidFill>
                <a:latin typeface="Arial"/>
                <a:cs typeface="Arial"/>
              </a:rPr>
              <a:t>i</a:t>
            </a:r>
            <a:r>
              <a:rPr sz="800" spc="-10" dirty="0">
                <a:solidFill>
                  <a:srgbClr val="606060"/>
                </a:solidFill>
                <a:latin typeface="Arial"/>
                <a:cs typeface="Arial"/>
              </a:rPr>
              <a:t>ch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are</a:t>
            </a:r>
            <a:r>
              <a:rPr sz="800" spc="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spc="-120" dirty="0">
                <a:solidFill>
                  <a:srgbClr val="606060"/>
                </a:solidFill>
                <a:latin typeface="Arial"/>
                <a:cs typeface="Arial"/>
              </a:rPr>
              <a:t>sma.11</a:t>
            </a:r>
            <a:r>
              <a:rPr sz="800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winged</a:t>
            </a:r>
            <a:r>
              <a:rPr sz="800" spc="4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or</a:t>
            </a:r>
            <a:r>
              <a:rPr sz="800" spc="5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flared</a:t>
            </a:r>
            <a:r>
              <a:rPr sz="800" spc="1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tips</a:t>
            </a:r>
            <a:r>
              <a:rPr sz="800" spc="4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606060"/>
                </a:solidFill>
                <a:latin typeface="Arial"/>
                <a:cs typeface="Arial"/>
              </a:rPr>
              <a:t>extending</a:t>
            </a:r>
            <a:r>
              <a:rPr sz="800" spc="5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off</a:t>
            </a:r>
            <a:r>
              <a:rPr sz="800" spc="7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606060"/>
                </a:solidFill>
                <a:latin typeface="Arial"/>
                <a:cs typeface="Arial"/>
              </a:rPr>
              <a:t>the</a:t>
            </a:r>
            <a:r>
              <a:rPr sz="800" spc="2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606060"/>
                </a:solidFill>
                <a:latin typeface="Arial"/>
                <a:cs typeface="Arial"/>
              </a:rPr>
              <a:t>tips</a:t>
            </a:r>
            <a:r>
              <a:rPr sz="800" spc="-40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of</a:t>
            </a:r>
            <a:r>
              <a:rPr sz="800" spc="5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a</a:t>
            </a:r>
            <a:r>
              <a:rPr sz="800" spc="3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letter.</a:t>
            </a:r>
            <a:r>
              <a:rPr sz="800" spc="3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Serif</a:t>
            </a:r>
            <a:r>
              <a:rPr sz="800" spc="18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fonts</a:t>
            </a:r>
            <a:r>
              <a:rPr sz="800" spc="2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606060"/>
                </a:solidFill>
                <a:latin typeface="Arial"/>
                <a:cs typeface="Arial"/>
              </a:rPr>
              <a:t>are</a:t>
            </a:r>
            <a:r>
              <a:rPr sz="800" spc="50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4F4F4F"/>
                </a:solidFill>
                <a:latin typeface="Arial"/>
                <a:cs typeface="Arial"/>
              </a:rPr>
              <a:t>typically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used </a:t>
            </a:r>
            <a:r>
              <a:rPr sz="800" dirty="0">
                <a:solidFill>
                  <a:srgbClr val="707070"/>
                </a:solidFill>
                <a:latin typeface="Arial"/>
                <a:cs typeface="Arial"/>
              </a:rPr>
              <a:t>in</a:t>
            </a:r>
            <a:r>
              <a:rPr sz="800" spc="55" dirty="0">
                <a:solidFill>
                  <a:srgbClr val="707070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printed</a:t>
            </a:r>
            <a:r>
              <a:rPr sz="800" spc="3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books,</a:t>
            </a:r>
            <a:r>
              <a:rPr sz="800" spc="9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newspapers,</a:t>
            </a:r>
            <a:r>
              <a:rPr sz="800" spc="12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and</a:t>
            </a:r>
            <a:r>
              <a:rPr sz="800" spc="-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magazines.</a:t>
            </a:r>
            <a:r>
              <a:rPr sz="800" spc="114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Some</a:t>
            </a:r>
            <a:r>
              <a:rPr sz="800" spc="3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popular</a:t>
            </a:r>
            <a:r>
              <a:rPr sz="800" spc="14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6E6044"/>
                </a:solidFill>
                <a:latin typeface="Arial"/>
                <a:cs typeface="Arial"/>
              </a:rPr>
              <a:t>serif</a:t>
            </a:r>
            <a:r>
              <a:rPr sz="800" spc="165" dirty="0">
                <a:solidFill>
                  <a:srgbClr val="6E6044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6E6044"/>
                </a:solidFill>
                <a:latin typeface="Arial"/>
                <a:cs typeface="Arial"/>
              </a:rPr>
              <a:t>fonts</a:t>
            </a:r>
            <a:r>
              <a:rPr sz="800" spc="60" dirty="0">
                <a:solidFill>
                  <a:srgbClr val="6E6044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606060"/>
                </a:solidFill>
                <a:latin typeface="Arial"/>
                <a:cs typeface="Arial"/>
              </a:rPr>
              <a:t>include </a:t>
            </a:r>
            <a:r>
              <a:rPr sz="800" spc="75" dirty="0">
                <a:solidFill>
                  <a:srgbClr val="4F4F4F"/>
                </a:solidFill>
                <a:latin typeface="Arial"/>
                <a:cs typeface="Arial"/>
              </a:rPr>
              <a:t>nmes </a:t>
            </a:r>
            <a:r>
              <a:rPr sz="800" dirty="0">
                <a:solidFill>
                  <a:srgbClr val="333333"/>
                </a:solidFill>
                <a:latin typeface="Arial"/>
                <a:cs typeface="Arial"/>
              </a:rPr>
              <a:t>N</a:t>
            </a:r>
            <a:r>
              <a:rPr sz="800" dirty="0">
                <a:solidFill>
                  <a:srgbClr val="606060"/>
                </a:solidFill>
                <a:latin typeface="Arial"/>
                <a:cs typeface="Arial"/>
              </a:rPr>
              <a:t>ew</a:t>
            </a:r>
            <a:r>
              <a:rPr sz="800" spc="12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Roman,</a:t>
            </a:r>
            <a:r>
              <a:rPr sz="800" spc="8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Garamond</a:t>
            </a:r>
            <a:r>
              <a:rPr sz="800" dirty="0">
                <a:solidFill>
                  <a:srgbClr val="898989"/>
                </a:solidFill>
                <a:latin typeface="Arial"/>
                <a:cs typeface="Arial"/>
              </a:rPr>
              <a:t>,</a:t>
            </a:r>
            <a:r>
              <a:rPr sz="800" spc="80" dirty="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Palatino</a:t>
            </a:r>
            <a:r>
              <a:rPr sz="800" dirty="0">
                <a:solidFill>
                  <a:srgbClr val="898989"/>
                </a:solidFill>
                <a:latin typeface="Arial"/>
                <a:cs typeface="Arial"/>
              </a:rPr>
              <a:t>,</a:t>
            </a:r>
            <a:r>
              <a:rPr sz="800" spc="25" dirty="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and</a:t>
            </a:r>
            <a:r>
              <a:rPr sz="800" spc="1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4F4F4F"/>
                </a:solidFill>
                <a:latin typeface="Arial"/>
                <a:cs typeface="Arial"/>
              </a:rPr>
              <a:t>Georgia</a:t>
            </a:r>
            <a:r>
              <a:rPr sz="800" spc="-10" dirty="0">
                <a:solidFill>
                  <a:srgbClr val="898989"/>
                </a:solidFill>
                <a:latin typeface="Arial"/>
                <a:cs typeface="Arial"/>
              </a:rPr>
              <a:t>.</a:t>
            </a:r>
            <a:endParaRPr sz="800">
              <a:latin typeface="Arial"/>
              <a:cs typeface="Arial"/>
            </a:endParaRPr>
          </a:p>
          <a:p>
            <a:pPr marL="95250" marR="1245870" indent="164465">
              <a:lnSpc>
                <a:spcPct val="134400"/>
              </a:lnSpc>
              <a:spcBef>
                <a:spcPts val="630"/>
              </a:spcBef>
              <a:buClr>
                <a:srgbClr val="4F4F4F"/>
              </a:buClr>
              <a:buFont typeface="Arial"/>
              <a:buAutoNum type="arabicPeriod"/>
              <a:tabLst>
                <a:tab pos="259715" algn="l"/>
              </a:tabLst>
            </a:pPr>
            <a:r>
              <a:rPr sz="800" b="1" dirty="0">
                <a:solidFill>
                  <a:srgbClr val="333333"/>
                </a:solidFill>
                <a:latin typeface="Arial"/>
                <a:cs typeface="Arial"/>
              </a:rPr>
              <a:t>Sa</a:t>
            </a:r>
            <a:r>
              <a:rPr sz="800" b="1" dirty="0">
                <a:solidFill>
                  <a:srgbClr val="181818"/>
                </a:solidFill>
                <a:latin typeface="Arial"/>
                <a:cs typeface="Arial"/>
              </a:rPr>
              <a:t>n</a:t>
            </a:r>
            <a:r>
              <a:rPr sz="800" b="1" dirty="0">
                <a:solidFill>
                  <a:srgbClr val="333333"/>
                </a:solidFill>
                <a:latin typeface="Arial"/>
                <a:cs typeface="Arial"/>
              </a:rPr>
              <a:t>s</a:t>
            </a:r>
            <a:r>
              <a:rPr sz="800" b="1" dirty="0">
                <a:solidFill>
                  <a:srgbClr val="4F4F4F"/>
                </a:solidFill>
                <a:latin typeface="Arial"/>
                <a:cs typeface="Arial"/>
              </a:rPr>
              <a:t>-</a:t>
            </a:r>
            <a:r>
              <a:rPr sz="800" b="1" dirty="0">
                <a:solidFill>
                  <a:srgbClr val="333333"/>
                </a:solidFill>
                <a:latin typeface="Arial"/>
                <a:cs typeface="Arial"/>
              </a:rPr>
              <a:t>Ser</a:t>
            </a:r>
            <a:r>
              <a:rPr sz="800" b="1" dirty="0">
                <a:solidFill>
                  <a:srgbClr val="181818"/>
                </a:solidFill>
                <a:latin typeface="Arial"/>
                <a:cs typeface="Arial"/>
              </a:rPr>
              <a:t>i</a:t>
            </a:r>
            <a:r>
              <a:rPr sz="800" b="1" dirty="0">
                <a:solidFill>
                  <a:srgbClr val="333333"/>
                </a:solidFill>
                <a:latin typeface="Arial"/>
                <a:cs typeface="Arial"/>
              </a:rPr>
              <a:t>f</a:t>
            </a:r>
            <a:r>
              <a:rPr sz="800" b="1" dirty="0">
                <a:solidFill>
                  <a:srgbClr val="707070"/>
                </a:solidFill>
                <a:latin typeface="Arial"/>
                <a:cs typeface="Arial"/>
              </a:rPr>
              <a:t>:</a:t>
            </a:r>
            <a:r>
              <a:rPr sz="800" b="1" spc="-45" dirty="0">
                <a:solidFill>
                  <a:srgbClr val="707070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4F4F4F"/>
                </a:solidFill>
                <a:latin typeface="Arial"/>
                <a:cs typeface="Arial"/>
              </a:rPr>
              <a:t>Sans-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serif</a:t>
            </a:r>
            <a:r>
              <a:rPr sz="800" spc="21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fonts</a:t>
            </a:r>
            <a:r>
              <a:rPr sz="800" spc="9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use</a:t>
            </a:r>
            <a:r>
              <a:rPr sz="800" spc="3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characters</a:t>
            </a:r>
            <a:r>
              <a:rPr sz="800" spc="14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without</a:t>
            </a:r>
            <a:r>
              <a:rPr sz="800" spc="114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serifs</a:t>
            </a:r>
            <a:r>
              <a:rPr sz="800" spc="7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and</a:t>
            </a:r>
            <a:r>
              <a:rPr sz="800" spc="3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ar</a:t>
            </a:r>
            <a:r>
              <a:rPr sz="800" dirty="0">
                <a:solidFill>
                  <a:srgbClr val="6E6044"/>
                </a:solidFill>
                <a:latin typeface="Arial"/>
                <a:cs typeface="Arial"/>
              </a:rPr>
              <a:t>e</a:t>
            </a:r>
            <a:r>
              <a:rPr sz="800" spc="60" dirty="0">
                <a:solidFill>
                  <a:srgbClr val="6E6044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6E6044"/>
                </a:solidFill>
                <a:latin typeface="Arial"/>
                <a:cs typeface="Arial"/>
              </a:rPr>
              <a:t>more</a:t>
            </a:r>
            <a:r>
              <a:rPr sz="800" spc="50" dirty="0">
                <a:solidFill>
                  <a:srgbClr val="6E6044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6E6044"/>
                </a:solidFill>
                <a:latin typeface="Arial"/>
                <a:cs typeface="Arial"/>
              </a:rPr>
              <a:t>co</a:t>
            </a:r>
            <a:r>
              <a:rPr sz="800" spc="-10" dirty="0">
                <a:solidFill>
                  <a:srgbClr val="4F4F4F"/>
                </a:solidFill>
                <a:latin typeface="Arial"/>
                <a:cs typeface="Arial"/>
              </a:rPr>
              <a:t>m</a:t>
            </a:r>
            <a:r>
              <a:rPr sz="800" spc="-10" dirty="0">
                <a:solidFill>
                  <a:srgbClr val="6E6044"/>
                </a:solidFill>
                <a:latin typeface="Arial"/>
                <a:cs typeface="Arial"/>
              </a:rPr>
              <a:t>monly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seen</a:t>
            </a:r>
            <a:r>
              <a:rPr sz="800" spc="-2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606060"/>
                </a:solidFill>
                <a:latin typeface="Arial"/>
                <a:cs typeface="Arial"/>
              </a:rPr>
              <a:t>in</a:t>
            </a:r>
            <a:r>
              <a:rPr sz="800" spc="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digital</a:t>
            </a:r>
            <a:r>
              <a:rPr sz="800" spc="6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formats.</a:t>
            </a:r>
            <a:r>
              <a:rPr sz="800" spc="4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b="1" spc="-35" dirty="0">
                <a:solidFill>
                  <a:srgbClr val="4F4F4F"/>
                </a:solidFill>
                <a:latin typeface="Arial"/>
                <a:cs typeface="Arial"/>
              </a:rPr>
              <a:t>A</a:t>
            </a:r>
            <a:r>
              <a:rPr sz="800" b="1" spc="-2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sans-serif</a:t>
            </a:r>
            <a:r>
              <a:rPr sz="800" spc="13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333333"/>
                </a:solidFill>
                <a:latin typeface="Arial"/>
                <a:cs typeface="Arial"/>
              </a:rPr>
              <a:t>font</a:t>
            </a:r>
            <a:r>
              <a:rPr sz="800" spc="3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will</a:t>
            </a:r>
            <a:r>
              <a:rPr sz="800" spc="1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typically</a:t>
            </a:r>
            <a:r>
              <a:rPr sz="800" spc="5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be</a:t>
            </a:r>
            <a:r>
              <a:rPr sz="800" spc="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606060"/>
                </a:solidFill>
                <a:latin typeface="Arial"/>
                <a:cs typeface="Arial"/>
              </a:rPr>
              <a:t>the</a:t>
            </a:r>
            <a:r>
              <a:rPr sz="800" spc="30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default</a:t>
            </a:r>
            <a:r>
              <a:rPr sz="800" spc="15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font</a:t>
            </a:r>
            <a:r>
              <a:rPr sz="800" spc="6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in</a:t>
            </a:r>
            <a:r>
              <a:rPr sz="800" spc="5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digital</a:t>
            </a:r>
            <a:r>
              <a:rPr sz="800" spc="4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4F4F4F"/>
                </a:solidFill>
                <a:latin typeface="Arial"/>
                <a:cs typeface="Arial"/>
              </a:rPr>
              <a:t>word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processing</a:t>
            </a:r>
            <a:r>
              <a:rPr sz="800" spc="8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programs.</a:t>
            </a:r>
            <a:r>
              <a:rPr sz="800" spc="12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Sans-serif</a:t>
            </a:r>
            <a:r>
              <a:rPr sz="800" spc="229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333333"/>
                </a:solidFill>
                <a:latin typeface="Arial"/>
                <a:cs typeface="Arial"/>
              </a:rPr>
              <a:t>fonts</a:t>
            </a:r>
            <a:r>
              <a:rPr sz="800" spc="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707070"/>
                </a:solidFill>
                <a:latin typeface="Arial"/>
                <a:cs typeface="Arial"/>
              </a:rPr>
              <a:t>include</a:t>
            </a:r>
            <a:r>
              <a:rPr sz="800" spc="75" dirty="0">
                <a:solidFill>
                  <a:srgbClr val="707070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Ar</a:t>
            </a:r>
            <a:r>
              <a:rPr sz="800" dirty="0">
                <a:solidFill>
                  <a:srgbClr val="707070"/>
                </a:solidFill>
                <a:latin typeface="Arial"/>
                <a:cs typeface="Arial"/>
              </a:rPr>
              <a:t>i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a</a:t>
            </a:r>
            <a:r>
              <a:rPr sz="800" dirty="0">
                <a:solidFill>
                  <a:srgbClr val="707070"/>
                </a:solidFill>
                <a:latin typeface="Arial"/>
                <a:cs typeface="Arial"/>
              </a:rPr>
              <a:t>l</a:t>
            </a:r>
            <a:r>
              <a:rPr sz="800" dirty="0">
                <a:solidFill>
                  <a:srgbClr val="898989"/>
                </a:solidFill>
                <a:latin typeface="Arial"/>
                <a:cs typeface="Arial"/>
              </a:rPr>
              <a:t>,</a:t>
            </a:r>
            <a:r>
              <a:rPr sz="800" spc="5" dirty="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333333"/>
                </a:solidFill>
                <a:latin typeface="Arial"/>
                <a:cs typeface="Arial"/>
              </a:rPr>
              <a:t>H</a:t>
            </a:r>
            <a:r>
              <a:rPr sz="800" dirty="0">
                <a:solidFill>
                  <a:srgbClr val="606060"/>
                </a:solidFill>
                <a:latin typeface="Arial"/>
                <a:cs typeface="Arial"/>
              </a:rPr>
              <a:t>elvetica</a:t>
            </a:r>
            <a:r>
              <a:rPr sz="800" dirty="0">
                <a:solidFill>
                  <a:srgbClr val="898989"/>
                </a:solidFill>
                <a:latin typeface="Arial"/>
                <a:cs typeface="Arial"/>
              </a:rPr>
              <a:t>,</a:t>
            </a:r>
            <a:r>
              <a:rPr sz="800" spc="65" dirty="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333333"/>
                </a:solidFill>
                <a:latin typeface="Arial"/>
                <a:cs typeface="Arial"/>
              </a:rPr>
              <a:t>V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erdana</a:t>
            </a:r>
            <a:r>
              <a:rPr sz="800" dirty="0">
                <a:solidFill>
                  <a:srgbClr val="9E9E9E"/>
                </a:solidFill>
                <a:latin typeface="Arial"/>
                <a:cs typeface="Arial"/>
              </a:rPr>
              <a:t>,</a:t>
            </a:r>
            <a:r>
              <a:rPr sz="800" spc="40" dirty="0">
                <a:solidFill>
                  <a:srgbClr val="9E9E9E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4F4F4F"/>
                </a:solidFill>
                <a:latin typeface="Arial"/>
                <a:cs typeface="Arial"/>
              </a:rPr>
              <a:t>Trebuchet</a:t>
            </a:r>
            <a:r>
              <a:rPr sz="800" spc="50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MS,</a:t>
            </a:r>
            <a:r>
              <a:rPr sz="800" spc="5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and Gill</a:t>
            </a:r>
            <a:r>
              <a:rPr sz="800" spc="10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4F4F4F"/>
                </a:solidFill>
                <a:latin typeface="Arial"/>
                <a:cs typeface="Arial"/>
              </a:rPr>
              <a:t>Sans.</a:t>
            </a:r>
            <a:endParaRPr sz="800">
              <a:latin typeface="Arial"/>
              <a:cs typeface="Arial"/>
            </a:endParaRPr>
          </a:p>
          <a:p>
            <a:pPr marL="100330" marR="1235710" indent="157480" algn="just">
              <a:lnSpc>
                <a:spcPct val="135200"/>
              </a:lnSpc>
              <a:spcBef>
                <a:spcPts val="625"/>
              </a:spcBef>
              <a:buClr>
                <a:srgbClr val="4F4F4F"/>
              </a:buClr>
              <a:buFont typeface="Arial"/>
              <a:buAutoNum type="arabicPeriod"/>
              <a:tabLst>
                <a:tab pos="257810" algn="l"/>
              </a:tabLst>
            </a:pPr>
            <a:r>
              <a:rPr sz="800" b="1" dirty="0">
                <a:solidFill>
                  <a:srgbClr val="333333"/>
                </a:solidFill>
                <a:latin typeface="Arial"/>
                <a:cs typeface="Arial"/>
              </a:rPr>
              <a:t>Cu</a:t>
            </a:r>
            <a:r>
              <a:rPr sz="800" b="1" dirty="0">
                <a:solidFill>
                  <a:srgbClr val="181818"/>
                </a:solidFill>
                <a:latin typeface="Arial"/>
                <a:cs typeface="Arial"/>
              </a:rPr>
              <a:t>r</a:t>
            </a:r>
            <a:r>
              <a:rPr sz="800" b="1" dirty="0">
                <a:solidFill>
                  <a:srgbClr val="333333"/>
                </a:solidFill>
                <a:latin typeface="Arial"/>
                <a:cs typeface="Arial"/>
              </a:rPr>
              <a:t>sive</a:t>
            </a:r>
            <a:r>
              <a:rPr sz="800" b="1" dirty="0">
                <a:solidFill>
                  <a:srgbClr val="898989"/>
                </a:solidFill>
                <a:latin typeface="Arial"/>
                <a:cs typeface="Arial"/>
              </a:rPr>
              <a:t>:</a:t>
            </a:r>
            <a:r>
              <a:rPr sz="800" b="1" spc="-50" dirty="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Cursive</a:t>
            </a:r>
            <a:r>
              <a:rPr sz="800" spc="9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fonts</a:t>
            </a:r>
            <a:r>
              <a:rPr sz="800" spc="6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606060"/>
                </a:solidFill>
                <a:latin typeface="Arial"/>
                <a:cs typeface="Arial"/>
              </a:rPr>
              <a:t>use</a:t>
            </a:r>
            <a:r>
              <a:rPr sz="800" spc="20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characters</a:t>
            </a:r>
            <a:r>
              <a:rPr sz="800" spc="16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333333"/>
                </a:solidFill>
                <a:latin typeface="Arial"/>
                <a:cs typeface="Arial"/>
              </a:rPr>
              <a:t>that</a:t>
            </a:r>
            <a:r>
              <a:rPr sz="800" spc="5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have</a:t>
            </a:r>
            <a:r>
              <a:rPr sz="800" spc="8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connective</a:t>
            </a:r>
            <a:r>
              <a:rPr sz="800" spc="16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strokes</a:t>
            </a:r>
            <a:r>
              <a:rPr sz="800" spc="10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which</a:t>
            </a:r>
            <a:r>
              <a:rPr sz="800" spc="4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give</a:t>
            </a:r>
            <a:r>
              <a:rPr sz="800" spc="7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4F4F4F"/>
                </a:solidFill>
                <a:latin typeface="Arial"/>
                <a:cs typeface="Arial"/>
              </a:rPr>
              <a:t>the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 font</a:t>
            </a:r>
            <a:r>
              <a:rPr sz="800" spc="8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4F4F4F"/>
                </a:solidFill>
                <a:latin typeface="Arial"/>
                <a:cs typeface="Arial"/>
              </a:rPr>
              <a:t>a</a:t>
            </a:r>
            <a:r>
              <a:rPr sz="800" b="1" spc="8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handwritten</a:t>
            </a:r>
            <a:r>
              <a:rPr sz="800" spc="9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appearance.</a:t>
            </a:r>
            <a:r>
              <a:rPr sz="800" spc="13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Cursive</a:t>
            </a:r>
            <a:r>
              <a:rPr sz="800" spc="9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fonts include</a:t>
            </a:r>
            <a:r>
              <a:rPr sz="800" spc="6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Comic</a:t>
            </a:r>
            <a:r>
              <a:rPr sz="800" spc="9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Sans</a:t>
            </a:r>
            <a:r>
              <a:rPr sz="800" spc="5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MS,</a:t>
            </a:r>
            <a:r>
              <a:rPr sz="800" spc="1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Adobe</a:t>
            </a:r>
            <a:r>
              <a:rPr sz="800" spc="4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4F4F4F"/>
                </a:solidFill>
                <a:latin typeface="Arial"/>
                <a:cs typeface="Arial"/>
              </a:rPr>
              <a:t>Poetica,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Sanvito</a:t>
            </a:r>
            <a:r>
              <a:rPr sz="800" dirty="0">
                <a:solidFill>
                  <a:srgbClr val="898989"/>
                </a:solidFill>
                <a:latin typeface="Arial"/>
                <a:cs typeface="Arial"/>
              </a:rPr>
              <a:t>,</a:t>
            </a:r>
            <a:r>
              <a:rPr sz="800" spc="100" dirty="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and</a:t>
            </a:r>
            <a:r>
              <a:rPr sz="800" spc="5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Zapf-</a:t>
            </a:r>
            <a:r>
              <a:rPr sz="800" spc="-10" dirty="0">
                <a:solidFill>
                  <a:srgbClr val="4F4F4F"/>
                </a:solidFill>
                <a:latin typeface="Arial"/>
                <a:cs typeface="Arial"/>
              </a:rPr>
              <a:t>Chance,y</a:t>
            </a:r>
            <a:r>
              <a:rPr sz="800" spc="-10" dirty="0">
                <a:solidFill>
                  <a:srgbClr val="898989"/>
                </a:solidFill>
                <a:latin typeface="Arial"/>
                <a:cs typeface="Arial"/>
              </a:rPr>
              <a:t>.</a:t>
            </a:r>
            <a:endParaRPr sz="800">
              <a:latin typeface="Arial"/>
              <a:cs typeface="Arial"/>
            </a:endParaRPr>
          </a:p>
          <a:p>
            <a:pPr marL="95250" marR="1359535" indent="165735" algn="just">
              <a:lnSpc>
                <a:spcPct val="134000"/>
              </a:lnSpc>
              <a:spcBef>
                <a:spcPts val="615"/>
              </a:spcBef>
              <a:buClr>
                <a:srgbClr val="4F4F4F"/>
              </a:buClr>
              <a:buFont typeface="Arial"/>
              <a:buAutoNum type="arabicPeriod"/>
              <a:tabLst>
                <a:tab pos="260985" algn="l"/>
              </a:tabLst>
            </a:pPr>
            <a:r>
              <a:rPr sz="800" b="1" spc="10" dirty="0">
                <a:solidFill>
                  <a:srgbClr val="333333"/>
                </a:solidFill>
                <a:latin typeface="Arial"/>
                <a:cs typeface="Arial"/>
              </a:rPr>
              <a:t>Fan</a:t>
            </a:r>
            <a:r>
              <a:rPr sz="800" b="1" spc="10" dirty="0">
                <a:solidFill>
                  <a:srgbClr val="181818"/>
                </a:solidFill>
                <a:latin typeface="Arial"/>
                <a:cs typeface="Arial"/>
              </a:rPr>
              <a:t>t</a:t>
            </a:r>
            <a:r>
              <a:rPr sz="800" b="1" spc="10" dirty="0">
                <a:solidFill>
                  <a:srgbClr val="333333"/>
                </a:solidFill>
                <a:latin typeface="Arial"/>
                <a:cs typeface="Arial"/>
              </a:rPr>
              <a:t>asy</a:t>
            </a:r>
            <a:r>
              <a:rPr sz="800" b="1" spc="10" dirty="0">
                <a:solidFill>
                  <a:srgbClr val="707070"/>
                </a:solidFill>
                <a:latin typeface="Arial"/>
                <a:cs typeface="Arial"/>
              </a:rPr>
              <a:t>:</a:t>
            </a:r>
            <a:r>
              <a:rPr sz="800" b="1" spc="-60" dirty="0">
                <a:solidFill>
                  <a:srgbClr val="707070"/>
                </a:solidFill>
                <a:latin typeface="Arial"/>
                <a:cs typeface="Arial"/>
              </a:rPr>
              <a:t> </a:t>
            </a:r>
            <a:r>
              <a:rPr sz="800" spc="10" dirty="0">
                <a:solidFill>
                  <a:srgbClr val="4F4F4F"/>
                </a:solidFill>
                <a:latin typeface="Arial"/>
                <a:cs typeface="Arial"/>
              </a:rPr>
              <a:t>Fantasy</a:t>
            </a:r>
            <a:r>
              <a:rPr sz="800" spc="3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spc="10" dirty="0">
                <a:solidFill>
                  <a:srgbClr val="606060"/>
                </a:solidFill>
                <a:latin typeface="Arial"/>
                <a:cs typeface="Arial"/>
              </a:rPr>
              <a:t>fonts</a:t>
            </a:r>
            <a:r>
              <a:rPr sz="800" spc="30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800" spc="10" dirty="0">
                <a:solidFill>
                  <a:srgbClr val="4F4F4F"/>
                </a:solidFill>
                <a:latin typeface="Arial"/>
                <a:cs typeface="Arial"/>
              </a:rPr>
              <a:t>are stylized</a:t>
            </a:r>
            <a:r>
              <a:rPr sz="800" spc="1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spc="10" dirty="0">
                <a:solidFill>
                  <a:srgbClr val="4F4F4F"/>
                </a:solidFill>
                <a:latin typeface="Arial"/>
                <a:cs typeface="Arial"/>
              </a:rPr>
              <a:t>fonts</a:t>
            </a:r>
            <a:r>
              <a:rPr sz="800" spc="2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spc="10" dirty="0">
                <a:solidFill>
                  <a:srgbClr val="4F4F4F"/>
                </a:solidFill>
                <a:latin typeface="Arial"/>
                <a:cs typeface="Arial"/>
              </a:rPr>
              <a:t>that</a:t>
            </a:r>
            <a:r>
              <a:rPr sz="800" spc="2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spc="10" dirty="0">
                <a:solidFill>
                  <a:srgbClr val="4F4F4F"/>
                </a:solidFill>
                <a:latin typeface="Arial"/>
                <a:cs typeface="Arial"/>
              </a:rPr>
              <a:t>still</a:t>
            </a:r>
            <a:r>
              <a:rPr sz="800" spc="-2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spc="10" dirty="0">
                <a:solidFill>
                  <a:srgbClr val="4F4F4F"/>
                </a:solidFill>
                <a:latin typeface="Arial"/>
                <a:cs typeface="Arial"/>
              </a:rPr>
              <a:t>maintain</a:t>
            </a:r>
            <a:r>
              <a:rPr sz="800" spc="4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spc="10" dirty="0">
                <a:solidFill>
                  <a:srgbClr val="333333"/>
                </a:solidFill>
                <a:latin typeface="Arial"/>
                <a:cs typeface="Arial"/>
              </a:rPr>
              <a:t>the</a:t>
            </a:r>
            <a:r>
              <a:rPr sz="8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800" spc="10" dirty="0">
                <a:solidFill>
                  <a:srgbClr val="4F4F4F"/>
                </a:solidFill>
                <a:latin typeface="Arial"/>
                <a:cs typeface="Arial"/>
              </a:rPr>
              <a:t>characteristics</a:t>
            </a:r>
            <a:r>
              <a:rPr sz="800" spc="-6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4F4F4F"/>
                </a:solidFill>
                <a:latin typeface="Arial"/>
                <a:cs typeface="Arial"/>
              </a:rPr>
              <a:t>of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 non-cursive.</a:t>
            </a:r>
            <a:r>
              <a:rPr sz="800" spc="9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traditional</a:t>
            </a:r>
            <a:r>
              <a:rPr sz="800" spc="10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alphabet</a:t>
            </a:r>
            <a:r>
              <a:rPr sz="800" spc="8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g</a:t>
            </a:r>
            <a:r>
              <a:rPr sz="800" dirty="0">
                <a:solidFill>
                  <a:srgbClr val="333333"/>
                </a:solidFill>
                <a:latin typeface="Arial"/>
                <a:cs typeface="Arial"/>
              </a:rPr>
              <a:t>l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yphs</a:t>
            </a:r>
            <a:r>
              <a:rPr sz="800" dirty="0">
                <a:solidFill>
                  <a:srgbClr val="898989"/>
                </a:solidFill>
                <a:latin typeface="Arial"/>
                <a:cs typeface="Arial"/>
              </a:rPr>
              <a:t>.</a:t>
            </a:r>
            <a:r>
              <a:rPr sz="800" spc="20" dirty="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Examples</a:t>
            </a:r>
            <a:r>
              <a:rPr sz="800" spc="12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606060"/>
                </a:solidFill>
                <a:latin typeface="Arial"/>
                <a:cs typeface="Arial"/>
              </a:rPr>
              <a:t>include</a:t>
            </a:r>
            <a:r>
              <a:rPr sz="800" spc="7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Cottonwood,</a:t>
            </a:r>
            <a:r>
              <a:rPr sz="800" spc="17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Critter,</a:t>
            </a:r>
            <a:r>
              <a:rPr sz="800" spc="10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4F4F4F"/>
                </a:solidFill>
                <a:latin typeface="Arial"/>
                <a:cs typeface="Arial"/>
              </a:rPr>
              <a:t>and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 Alpha</a:t>
            </a:r>
            <a:r>
              <a:rPr sz="800" spc="4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4F4F4F"/>
                </a:solidFill>
                <a:latin typeface="Arial"/>
                <a:cs typeface="Arial"/>
              </a:rPr>
              <a:t>Geometrique.</a:t>
            </a:r>
            <a:endParaRPr sz="800">
              <a:latin typeface="Arial"/>
              <a:cs typeface="Arial"/>
            </a:endParaRPr>
          </a:p>
          <a:p>
            <a:pPr marL="97155" marR="1339215" indent="164465">
              <a:lnSpc>
                <a:spcPct val="135200"/>
              </a:lnSpc>
              <a:spcBef>
                <a:spcPts val="650"/>
              </a:spcBef>
              <a:buClr>
                <a:srgbClr val="4F4F4F"/>
              </a:buClr>
              <a:buFont typeface="Arial"/>
              <a:buAutoNum type="arabicPeriod"/>
              <a:tabLst>
                <a:tab pos="261620" algn="l"/>
              </a:tabLst>
            </a:pPr>
            <a:r>
              <a:rPr sz="800" b="1" spc="10" dirty="0">
                <a:solidFill>
                  <a:srgbClr val="333333"/>
                </a:solidFill>
                <a:latin typeface="Arial"/>
                <a:cs typeface="Arial"/>
              </a:rPr>
              <a:t>M</a:t>
            </a:r>
            <a:r>
              <a:rPr sz="800" b="1" spc="10" dirty="0">
                <a:solidFill>
                  <a:srgbClr val="181818"/>
                </a:solidFill>
                <a:latin typeface="Arial"/>
                <a:cs typeface="Arial"/>
              </a:rPr>
              <a:t>ono</a:t>
            </a:r>
            <a:r>
              <a:rPr sz="800" b="1" spc="10" dirty="0">
                <a:solidFill>
                  <a:srgbClr val="333333"/>
                </a:solidFill>
                <a:latin typeface="Arial"/>
                <a:cs typeface="Arial"/>
              </a:rPr>
              <a:t>space</a:t>
            </a:r>
            <a:r>
              <a:rPr sz="800" b="1" spc="10" dirty="0">
                <a:solidFill>
                  <a:srgbClr val="606060"/>
                </a:solidFill>
                <a:latin typeface="Arial"/>
                <a:cs typeface="Arial"/>
              </a:rPr>
              <a:t>:</a:t>
            </a:r>
            <a:r>
              <a:rPr sz="800" b="1" spc="-8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800" spc="10" dirty="0">
                <a:solidFill>
                  <a:srgbClr val="4F4F4F"/>
                </a:solidFill>
                <a:latin typeface="Arial"/>
                <a:cs typeface="Arial"/>
              </a:rPr>
              <a:t>Fonts</a:t>
            </a:r>
            <a:r>
              <a:rPr sz="800" spc="1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spc="10" dirty="0">
                <a:solidFill>
                  <a:srgbClr val="707070"/>
                </a:solidFill>
                <a:latin typeface="Arial"/>
                <a:cs typeface="Arial"/>
              </a:rPr>
              <a:t>In</a:t>
            </a:r>
            <a:r>
              <a:rPr sz="800" spc="-35" dirty="0">
                <a:solidFill>
                  <a:srgbClr val="707070"/>
                </a:solidFill>
                <a:latin typeface="Arial"/>
                <a:cs typeface="Arial"/>
              </a:rPr>
              <a:t> </a:t>
            </a:r>
            <a:r>
              <a:rPr sz="800" spc="10" dirty="0">
                <a:solidFill>
                  <a:srgbClr val="4F4F4F"/>
                </a:solidFill>
                <a:latin typeface="Arial"/>
                <a:cs typeface="Arial"/>
              </a:rPr>
              <a:t>the</a:t>
            </a:r>
            <a:r>
              <a:rPr sz="800" spc="-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spc="10" dirty="0">
                <a:solidFill>
                  <a:srgbClr val="4F4F4F"/>
                </a:solidFill>
                <a:latin typeface="Arial"/>
                <a:cs typeface="Arial"/>
              </a:rPr>
              <a:t>monospace</a:t>
            </a:r>
            <a:r>
              <a:rPr sz="800" spc="10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spc="10" dirty="0">
                <a:solidFill>
                  <a:srgbClr val="4F4F4F"/>
                </a:solidFill>
                <a:latin typeface="Arial"/>
                <a:cs typeface="Arial"/>
              </a:rPr>
              <a:t>font </a:t>
            </a:r>
            <a:r>
              <a:rPr sz="800" spc="10" dirty="0">
                <a:solidFill>
                  <a:srgbClr val="333333"/>
                </a:solidFill>
                <a:latin typeface="Arial"/>
                <a:cs typeface="Arial"/>
              </a:rPr>
              <a:t>family</a:t>
            </a:r>
            <a:r>
              <a:rPr sz="8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800" spc="10" dirty="0">
                <a:solidFill>
                  <a:srgbClr val="606060"/>
                </a:solidFill>
                <a:latin typeface="Arial"/>
                <a:cs typeface="Arial"/>
              </a:rPr>
              <a:t>have</a:t>
            </a:r>
            <a:r>
              <a:rPr sz="800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800" spc="10" dirty="0">
                <a:solidFill>
                  <a:srgbClr val="4F4F4F"/>
                </a:solidFill>
                <a:latin typeface="Arial"/>
                <a:cs typeface="Arial"/>
              </a:rPr>
              <a:t>characters</a:t>
            </a:r>
            <a:r>
              <a:rPr sz="800" spc="7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spc="10" dirty="0">
                <a:solidFill>
                  <a:srgbClr val="4F4F4F"/>
                </a:solidFill>
                <a:latin typeface="Arial"/>
                <a:cs typeface="Arial"/>
              </a:rPr>
              <a:t>that</a:t>
            </a:r>
            <a:r>
              <a:rPr sz="800" spc="3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spc="10" dirty="0">
                <a:solidFill>
                  <a:srgbClr val="4F4F4F"/>
                </a:solidFill>
                <a:latin typeface="Arial"/>
                <a:cs typeface="Arial"/>
              </a:rPr>
              <a:t>are</a:t>
            </a:r>
            <a:r>
              <a:rPr sz="800" spc="-1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spc="10" dirty="0">
                <a:solidFill>
                  <a:srgbClr val="4F4F4F"/>
                </a:solidFill>
                <a:latin typeface="Arial"/>
                <a:cs typeface="Arial"/>
              </a:rPr>
              <a:t>all </a:t>
            </a:r>
            <a:r>
              <a:rPr sz="800" spc="-25" dirty="0">
                <a:solidFill>
                  <a:srgbClr val="4F4F4F"/>
                </a:solidFill>
                <a:latin typeface="Arial"/>
                <a:cs typeface="Arial"/>
              </a:rPr>
              <a:t>the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 same</a:t>
            </a:r>
            <a:r>
              <a:rPr sz="800" spc="11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width,</a:t>
            </a:r>
            <a:r>
              <a:rPr sz="800" spc="2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giving</a:t>
            </a:r>
            <a:r>
              <a:rPr sz="800" spc="2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text</a:t>
            </a:r>
            <a:r>
              <a:rPr sz="800" spc="8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333333"/>
                </a:solidFill>
                <a:latin typeface="Arial"/>
                <a:cs typeface="Arial"/>
              </a:rPr>
              <a:t>t</a:t>
            </a:r>
            <a:r>
              <a:rPr sz="800" dirty="0">
                <a:solidFill>
                  <a:srgbClr val="606060"/>
                </a:solidFill>
                <a:latin typeface="Arial"/>
                <a:cs typeface="Arial"/>
              </a:rPr>
              <a:t>he</a:t>
            </a:r>
            <a:r>
              <a:rPr sz="800" spc="3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appearance</a:t>
            </a:r>
            <a:r>
              <a:rPr sz="800" spc="10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of</a:t>
            </a:r>
            <a:r>
              <a:rPr sz="800" spc="6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a</a:t>
            </a:r>
            <a:r>
              <a:rPr sz="800" spc="2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manual</a:t>
            </a:r>
            <a:r>
              <a:rPr sz="800" spc="2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monospaced</a:t>
            </a:r>
            <a:r>
              <a:rPr sz="800" spc="14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4F4F4F"/>
                </a:solidFill>
                <a:latin typeface="Arial"/>
                <a:cs typeface="Arial"/>
              </a:rPr>
              <a:t>typew</a:t>
            </a:r>
            <a:r>
              <a:rPr sz="800" spc="-10" dirty="0">
                <a:solidFill>
                  <a:srgbClr val="707070"/>
                </a:solidFill>
                <a:latin typeface="Arial"/>
                <a:cs typeface="Arial"/>
              </a:rPr>
              <a:t>ri</a:t>
            </a:r>
            <a:r>
              <a:rPr sz="800" spc="-10" dirty="0">
                <a:solidFill>
                  <a:srgbClr val="333333"/>
                </a:solidFill>
                <a:latin typeface="Arial"/>
                <a:cs typeface="Arial"/>
              </a:rPr>
              <a:t>t</a:t>
            </a:r>
            <a:r>
              <a:rPr sz="800" spc="-10" dirty="0">
                <a:solidFill>
                  <a:srgbClr val="4F4F4F"/>
                </a:solidFill>
                <a:latin typeface="Arial"/>
                <a:cs typeface="Arial"/>
              </a:rPr>
              <a:t>er</a:t>
            </a:r>
            <a:r>
              <a:rPr sz="800" spc="-10" dirty="0">
                <a:solidFill>
                  <a:srgbClr val="898989"/>
                </a:solidFill>
                <a:latin typeface="Arial"/>
                <a:cs typeface="Arial"/>
              </a:rPr>
              <a:t>.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Examples</a:t>
            </a:r>
            <a:r>
              <a:rPr sz="800" spc="7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of</a:t>
            </a:r>
            <a:r>
              <a:rPr sz="800" spc="7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monospaced</a:t>
            </a:r>
            <a:r>
              <a:rPr sz="800" spc="16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fonts</a:t>
            </a:r>
            <a:r>
              <a:rPr sz="800" spc="7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707070"/>
                </a:solidFill>
                <a:latin typeface="Arial"/>
                <a:cs typeface="Arial"/>
              </a:rPr>
              <a:t>include</a:t>
            </a:r>
            <a:r>
              <a:rPr sz="800" spc="110" dirty="0">
                <a:solidFill>
                  <a:srgbClr val="707070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Courier</a:t>
            </a:r>
            <a:r>
              <a:rPr sz="800" spc="10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New</a:t>
            </a:r>
            <a:r>
              <a:rPr sz="800" dirty="0">
                <a:solidFill>
                  <a:srgbClr val="898989"/>
                </a:solidFill>
                <a:latin typeface="Arial"/>
                <a:cs typeface="Arial"/>
              </a:rPr>
              <a:t>,</a:t>
            </a:r>
            <a:r>
              <a:rPr sz="800" spc="10" dirty="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333333"/>
                </a:solidFill>
                <a:latin typeface="Arial"/>
                <a:cs typeface="Arial"/>
              </a:rPr>
              <a:t>M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onaco</a:t>
            </a:r>
            <a:r>
              <a:rPr sz="800" dirty="0">
                <a:solidFill>
                  <a:srgbClr val="898989"/>
                </a:solidFill>
                <a:latin typeface="Arial"/>
                <a:cs typeface="Arial"/>
              </a:rPr>
              <a:t>,</a:t>
            </a:r>
            <a:r>
              <a:rPr sz="800" spc="5" dirty="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606060"/>
                </a:solidFill>
                <a:latin typeface="Arial"/>
                <a:cs typeface="Arial"/>
              </a:rPr>
              <a:t>Luclda</a:t>
            </a:r>
            <a:r>
              <a:rPr sz="800" spc="7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4F4F4F"/>
                </a:solidFill>
                <a:latin typeface="Arial"/>
                <a:cs typeface="Arial"/>
              </a:rPr>
              <a:t>Console</a:t>
            </a:r>
            <a:r>
              <a:rPr sz="800" spc="-10" dirty="0">
                <a:solidFill>
                  <a:srgbClr val="898989"/>
                </a:solidFill>
                <a:latin typeface="Arial"/>
                <a:cs typeface="Arial"/>
              </a:rPr>
              <a:t>,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Consolas,</a:t>
            </a:r>
            <a:r>
              <a:rPr sz="800" spc="114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and</a:t>
            </a:r>
            <a:r>
              <a:rPr sz="800" spc="3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4F4F"/>
                </a:solidFill>
                <a:latin typeface="Arial"/>
                <a:cs typeface="Arial"/>
              </a:rPr>
              <a:t>Everson</a:t>
            </a:r>
            <a:r>
              <a:rPr sz="800" spc="7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4F4F4F"/>
                </a:solidFill>
                <a:latin typeface="Arial"/>
                <a:cs typeface="Arial"/>
              </a:rPr>
              <a:t>Mono.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5372" y="2549170"/>
            <a:ext cx="3128010" cy="24898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dirty="0">
                <a:latin typeface="Trebuchet MS"/>
                <a:cs typeface="Trebuchet MS"/>
              </a:rPr>
              <a:t>line-</a:t>
            </a:r>
            <a:r>
              <a:rPr sz="2300" spc="80" dirty="0">
                <a:latin typeface="Trebuchet MS"/>
                <a:cs typeface="Trebuchet MS"/>
              </a:rPr>
              <a:t>height</a:t>
            </a:r>
            <a:endParaRPr sz="23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84"/>
              </a:spcBef>
            </a:pPr>
            <a:endParaRPr sz="2300" dirty="0">
              <a:latin typeface="Trebuchet MS"/>
              <a:cs typeface="Trebuchet MS"/>
            </a:endParaRPr>
          </a:p>
          <a:p>
            <a:pPr marL="767080" marR="422275">
              <a:lnSpc>
                <a:spcPct val="193900"/>
              </a:lnSpc>
            </a:pPr>
            <a:r>
              <a:rPr sz="1950" dirty="0">
                <a:solidFill>
                  <a:srgbClr val="00AFEF"/>
                </a:solidFill>
                <a:latin typeface="Trebuchet MS"/>
                <a:cs typeface="Trebuchet MS"/>
              </a:rPr>
              <a:t>line-</a:t>
            </a:r>
            <a:r>
              <a:rPr sz="1950" spc="85" dirty="0">
                <a:solidFill>
                  <a:srgbClr val="00AFEF"/>
                </a:solidFill>
                <a:latin typeface="Trebuchet MS"/>
                <a:cs typeface="Trebuchet MS"/>
              </a:rPr>
              <a:t>height</a:t>
            </a:r>
            <a:r>
              <a:rPr sz="1950" spc="-50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1950" spc="-105" dirty="0">
                <a:latin typeface="Trebuchet MS"/>
                <a:cs typeface="Trebuchet MS"/>
              </a:rPr>
              <a:t>:</a:t>
            </a:r>
            <a:r>
              <a:rPr sz="1950" spc="-35" dirty="0">
                <a:latin typeface="Trebuchet MS"/>
                <a:cs typeface="Trebuchet MS"/>
              </a:rPr>
              <a:t> </a:t>
            </a:r>
            <a:r>
              <a:rPr sz="1950" spc="85" dirty="0">
                <a:latin typeface="Trebuchet MS"/>
                <a:cs typeface="Trebuchet MS"/>
              </a:rPr>
              <a:t>2px </a:t>
            </a:r>
            <a:r>
              <a:rPr sz="1950" dirty="0">
                <a:solidFill>
                  <a:srgbClr val="00AFEF"/>
                </a:solidFill>
                <a:latin typeface="Trebuchet MS"/>
                <a:cs typeface="Trebuchet MS"/>
              </a:rPr>
              <a:t>line-</a:t>
            </a:r>
            <a:r>
              <a:rPr sz="1950" spc="85" dirty="0">
                <a:solidFill>
                  <a:srgbClr val="00AFEF"/>
                </a:solidFill>
                <a:latin typeface="Trebuchet MS"/>
                <a:cs typeface="Trebuchet MS"/>
              </a:rPr>
              <a:t>height</a:t>
            </a:r>
            <a:r>
              <a:rPr sz="1950" spc="-50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1950" spc="-105" dirty="0">
                <a:latin typeface="Trebuchet MS"/>
                <a:cs typeface="Trebuchet MS"/>
              </a:rPr>
              <a:t>:</a:t>
            </a:r>
            <a:r>
              <a:rPr sz="1950" spc="-35" dirty="0">
                <a:latin typeface="Trebuchet MS"/>
                <a:cs typeface="Trebuchet MS"/>
              </a:rPr>
              <a:t> </a:t>
            </a:r>
            <a:r>
              <a:rPr sz="1950" spc="80" dirty="0">
                <a:latin typeface="Trebuchet MS"/>
                <a:cs typeface="Trebuchet MS"/>
              </a:rPr>
              <a:t>3</a:t>
            </a:r>
            <a:endParaRPr sz="1950" dirty="0">
              <a:latin typeface="Trebuchet MS"/>
              <a:cs typeface="Trebuchet MS"/>
            </a:endParaRPr>
          </a:p>
          <a:p>
            <a:pPr marL="767080">
              <a:lnSpc>
                <a:spcPct val="100000"/>
              </a:lnSpc>
              <a:spcBef>
                <a:spcPts val="2050"/>
              </a:spcBef>
            </a:pPr>
            <a:r>
              <a:rPr sz="1950" dirty="0">
                <a:solidFill>
                  <a:srgbClr val="00AFEF"/>
                </a:solidFill>
                <a:latin typeface="Trebuchet MS"/>
                <a:cs typeface="Trebuchet MS"/>
              </a:rPr>
              <a:t>line-</a:t>
            </a:r>
            <a:r>
              <a:rPr sz="1950" spc="85" dirty="0">
                <a:solidFill>
                  <a:srgbClr val="00AFEF"/>
                </a:solidFill>
                <a:latin typeface="Trebuchet MS"/>
                <a:cs typeface="Trebuchet MS"/>
              </a:rPr>
              <a:t>height</a:t>
            </a:r>
            <a:r>
              <a:rPr sz="1950" spc="-50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1950" spc="-105" dirty="0">
                <a:latin typeface="Trebuchet MS"/>
                <a:cs typeface="Trebuchet MS"/>
              </a:rPr>
              <a:t>:</a:t>
            </a:r>
            <a:r>
              <a:rPr sz="1950" spc="-35" dirty="0">
                <a:latin typeface="Trebuchet MS"/>
                <a:cs typeface="Trebuchet MS"/>
              </a:rPr>
              <a:t> </a:t>
            </a:r>
            <a:r>
              <a:rPr sz="1950" spc="85" dirty="0">
                <a:latin typeface="Trebuchet MS"/>
                <a:cs typeface="Trebuchet MS"/>
              </a:rPr>
              <a:t>normal</a:t>
            </a:r>
            <a:endParaRPr sz="195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204" dirty="0"/>
              <a:t>Text</a:t>
            </a:r>
            <a:r>
              <a:rPr spc="-70" dirty="0"/>
              <a:t> </a:t>
            </a:r>
            <a:r>
              <a:rPr spc="229" dirty="0"/>
              <a:t>Properties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5385" y="2537005"/>
            <a:ext cx="2631440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950" spc="-40" dirty="0">
                <a:latin typeface="Trebuchet MS"/>
                <a:cs typeface="Trebuchet MS"/>
              </a:rPr>
              <a:t>text-</a:t>
            </a:r>
            <a:r>
              <a:rPr sz="2950" spc="110" dirty="0">
                <a:latin typeface="Trebuchet MS"/>
                <a:cs typeface="Trebuchet MS"/>
              </a:rPr>
              <a:t>transform</a:t>
            </a:r>
            <a:endParaRPr sz="295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71600" y="3903925"/>
            <a:ext cx="8037830" cy="3784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spc="-40" dirty="0">
                <a:solidFill>
                  <a:srgbClr val="00AFEF"/>
                </a:solidFill>
                <a:latin typeface="Trebuchet MS"/>
                <a:cs typeface="Trebuchet MS"/>
              </a:rPr>
              <a:t>text-</a:t>
            </a:r>
            <a:r>
              <a:rPr sz="2300" spc="85" dirty="0">
                <a:solidFill>
                  <a:srgbClr val="00AFEF"/>
                </a:solidFill>
                <a:latin typeface="Trebuchet MS"/>
                <a:cs typeface="Trebuchet MS"/>
              </a:rPr>
              <a:t>transform</a:t>
            </a:r>
            <a:r>
              <a:rPr sz="2300" spc="-90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2300" spc="-135" dirty="0">
                <a:latin typeface="Trebuchet MS"/>
                <a:cs typeface="Trebuchet MS"/>
              </a:rPr>
              <a:t>:</a:t>
            </a:r>
            <a:r>
              <a:rPr sz="2300" spc="-120" dirty="0">
                <a:latin typeface="Trebuchet MS"/>
                <a:cs typeface="Trebuchet MS"/>
              </a:rPr>
              <a:t> </a:t>
            </a:r>
            <a:r>
              <a:rPr sz="2300" spc="155" dirty="0">
                <a:latin typeface="Trebuchet MS"/>
                <a:cs typeface="Trebuchet MS"/>
              </a:rPr>
              <a:t>uppercase</a:t>
            </a:r>
            <a:r>
              <a:rPr sz="2300" spc="-155" dirty="0">
                <a:latin typeface="Trebuchet MS"/>
                <a:cs typeface="Trebuchet MS"/>
              </a:rPr>
              <a:t> </a:t>
            </a:r>
            <a:r>
              <a:rPr sz="2300" spc="-555" dirty="0">
                <a:latin typeface="Trebuchet MS"/>
                <a:cs typeface="Trebuchet MS"/>
              </a:rPr>
              <a:t>/</a:t>
            </a:r>
            <a:r>
              <a:rPr sz="2300" spc="-95" dirty="0">
                <a:latin typeface="Trebuchet MS"/>
                <a:cs typeface="Trebuchet MS"/>
              </a:rPr>
              <a:t> </a:t>
            </a:r>
            <a:r>
              <a:rPr sz="2300" spc="135" dirty="0">
                <a:latin typeface="Trebuchet MS"/>
                <a:cs typeface="Trebuchet MS"/>
              </a:rPr>
              <a:t>lowercase</a:t>
            </a:r>
            <a:r>
              <a:rPr sz="2300" spc="-150" dirty="0">
                <a:latin typeface="Trebuchet MS"/>
                <a:cs typeface="Trebuchet MS"/>
              </a:rPr>
              <a:t> </a:t>
            </a:r>
            <a:r>
              <a:rPr sz="2300" spc="-555" dirty="0">
                <a:latin typeface="Trebuchet MS"/>
                <a:cs typeface="Trebuchet MS"/>
              </a:rPr>
              <a:t>/</a:t>
            </a:r>
            <a:r>
              <a:rPr sz="2300" spc="-95" dirty="0">
                <a:latin typeface="Trebuchet MS"/>
                <a:cs typeface="Trebuchet MS"/>
              </a:rPr>
              <a:t> </a:t>
            </a:r>
            <a:r>
              <a:rPr sz="2300" spc="60" dirty="0">
                <a:latin typeface="Trebuchet MS"/>
                <a:cs typeface="Trebuchet MS"/>
              </a:rPr>
              <a:t>capitalize</a:t>
            </a:r>
            <a:r>
              <a:rPr sz="2300" spc="-100" dirty="0">
                <a:latin typeface="Trebuchet MS"/>
                <a:cs typeface="Trebuchet MS"/>
              </a:rPr>
              <a:t> </a:t>
            </a:r>
            <a:r>
              <a:rPr sz="2300" spc="-555" dirty="0">
                <a:latin typeface="Trebuchet MS"/>
                <a:cs typeface="Trebuchet MS"/>
              </a:rPr>
              <a:t>/</a:t>
            </a:r>
            <a:r>
              <a:rPr sz="2300" spc="-114" dirty="0">
                <a:latin typeface="Trebuchet MS"/>
                <a:cs typeface="Trebuchet MS"/>
              </a:rPr>
              <a:t> </a:t>
            </a:r>
            <a:r>
              <a:rPr sz="2300" spc="114" dirty="0">
                <a:latin typeface="Trebuchet MS"/>
                <a:cs typeface="Trebuchet MS"/>
              </a:rPr>
              <a:t>none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204" dirty="0"/>
              <a:t>Text</a:t>
            </a:r>
            <a:r>
              <a:rPr spc="-70" dirty="0"/>
              <a:t> </a:t>
            </a:r>
            <a:r>
              <a:rPr spc="229" dirty="0"/>
              <a:t>Properties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240" dirty="0"/>
              <a:t>Units</a:t>
            </a:r>
            <a:r>
              <a:rPr spc="-55" dirty="0"/>
              <a:t> </a:t>
            </a:r>
            <a:r>
              <a:rPr spc="185" dirty="0"/>
              <a:t>in</a:t>
            </a:r>
            <a:r>
              <a:rPr spc="-80" dirty="0"/>
              <a:t> </a:t>
            </a:r>
            <a:r>
              <a:rPr spc="180" dirty="0"/>
              <a:t>CSS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5372" y="2549170"/>
            <a:ext cx="2397125" cy="27762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spc="114" dirty="0">
                <a:latin typeface="Trebuchet MS"/>
                <a:cs typeface="Trebuchet MS"/>
              </a:rPr>
              <a:t>Absolute</a:t>
            </a:r>
            <a:endParaRPr sz="23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05"/>
              </a:spcBef>
            </a:pPr>
            <a:endParaRPr sz="23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300" spc="85" dirty="0">
                <a:solidFill>
                  <a:srgbClr val="00AFEF"/>
                </a:solidFill>
                <a:latin typeface="Trebuchet MS"/>
                <a:cs typeface="Trebuchet MS"/>
              </a:rPr>
              <a:t>pixels</a:t>
            </a:r>
            <a:r>
              <a:rPr sz="2300" spc="-105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2300" spc="-20" dirty="0">
                <a:solidFill>
                  <a:srgbClr val="00AFEF"/>
                </a:solidFill>
                <a:latin typeface="Trebuchet MS"/>
                <a:cs typeface="Trebuchet MS"/>
              </a:rPr>
              <a:t>(px)</a:t>
            </a:r>
            <a:endParaRPr sz="23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2300" dirty="0">
              <a:latin typeface="Trebuchet MS"/>
              <a:cs typeface="Trebuchet MS"/>
            </a:endParaRPr>
          </a:p>
          <a:p>
            <a:pPr marL="767080" marR="5080">
              <a:lnSpc>
                <a:spcPct val="194400"/>
              </a:lnSpc>
            </a:pPr>
            <a:r>
              <a:rPr sz="1950" spc="114" dirty="0">
                <a:latin typeface="Trebuchet MS"/>
                <a:cs typeface="Trebuchet MS"/>
              </a:rPr>
              <a:t>96px</a:t>
            </a:r>
            <a:r>
              <a:rPr sz="1950" spc="-95" dirty="0">
                <a:latin typeface="Trebuchet MS"/>
                <a:cs typeface="Trebuchet MS"/>
              </a:rPr>
              <a:t> </a:t>
            </a:r>
            <a:r>
              <a:rPr sz="1950" spc="120" dirty="0">
                <a:latin typeface="Trebuchet MS"/>
                <a:cs typeface="Trebuchet MS"/>
              </a:rPr>
              <a:t>=</a:t>
            </a:r>
            <a:r>
              <a:rPr sz="1950" spc="-75" dirty="0">
                <a:latin typeface="Trebuchet MS"/>
                <a:cs typeface="Trebuchet MS"/>
              </a:rPr>
              <a:t> </a:t>
            </a:r>
            <a:r>
              <a:rPr sz="1950" spc="140" dirty="0">
                <a:latin typeface="Trebuchet MS"/>
                <a:cs typeface="Trebuchet MS"/>
              </a:rPr>
              <a:t>1</a:t>
            </a:r>
            <a:r>
              <a:rPr sz="1950" spc="-100" dirty="0">
                <a:latin typeface="Trebuchet MS"/>
                <a:cs typeface="Trebuchet MS"/>
              </a:rPr>
              <a:t> </a:t>
            </a:r>
            <a:r>
              <a:rPr sz="1950" spc="80" dirty="0">
                <a:latin typeface="Trebuchet MS"/>
                <a:cs typeface="Trebuchet MS"/>
              </a:rPr>
              <a:t>inch </a:t>
            </a:r>
            <a:r>
              <a:rPr sz="1950" dirty="0">
                <a:latin typeface="Trebuchet MS"/>
                <a:cs typeface="Trebuchet MS"/>
              </a:rPr>
              <a:t>font-</a:t>
            </a:r>
            <a:r>
              <a:rPr sz="1950" spc="65" dirty="0">
                <a:latin typeface="Trebuchet MS"/>
                <a:cs typeface="Trebuchet MS"/>
              </a:rPr>
              <a:t>size:</a:t>
            </a:r>
            <a:r>
              <a:rPr sz="1950" spc="-70" dirty="0">
                <a:latin typeface="Trebuchet MS"/>
                <a:cs typeface="Trebuchet MS"/>
              </a:rPr>
              <a:t> </a:t>
            </a:r>
            <a:r>
              <a:rPr sz="1950" spc="80" dirty="0">
                <a:latin typeface="Trebuchet MS"/>
                <a:cs typeface="Trebuchet MS"/>
              </a:rPr>
              <a:t>2px</a:t>
            </a:r>
            <a:endParaRPr sz="195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5423" y="2383023"/>
            <a:ext cx="8047990" cy="34201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80" dirty="0">
                <a:latin typeface="Trebuchet MS"/>
                <a:cs typeface="Trebuchet MS"/>
              </a:rPr>
              <a:t>Q1: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75" dirty="0">
                <a:latin typeface="Trebuchet MS"/>
                <a:cs typeface="Trebuchet MS"/>
              </a:rPr>
              <a:t>Create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120" dirty="0">
                <a:latin typeface="Trebuchet MS"/>
                <a:cs typeface="Trebuchet MS"/>
              </a:rPr>
              <a:t>a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spc="105" dirty="0">
                <a:latin typeface="Trebuchet MS"/>
                <a:cs typeface="Trebuchet MS"/>
              </a:rPr>
              <a:t>heading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80" dirty="0">
                <a:latin typeface="Trebuchet MS"/>
                <a:cs typeface="Trebuchet MS"/>
              </a:rPr>
              <a:t>centered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105" dirty="0">
                <a:latin typeface="Trebuchet MS"/>
                <a:cs typeface="Trebuchet MS"/>
              </a:rPr>
              <a:t>on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the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114" dirty="0">
                <a:latin typeface="Trebuchet MS"/>
                <a:cs typeface="Trebuchet MS"/>
              </a:rPr>
              <a:t>page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with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all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of</a:t>
            </a:r>
            <a:r>
              <a:rPr sz="1800" spc="17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its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text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50" dirty="0">
                <a:latin typeface="Trebuchet MS"/>
                <a:cs typeface="Trebuchet MS"/>
              </a:rPr>
              <a:t>capitalized</a:t>
            </a:r>
            <a:endParaRPr sz="1800" dirty="0">
              <a:latin typeface="Trebuchet MS"/>
              <a:cs typeface="Trebuchet MS"/>
            </a:endParaRPr>
          </a:p>
          <a:p>
            <a:pPr marL="474345">
              <a:lnSpc>
                <a:spcPct val="100000"/>
              </a:lnSpc>
              <a:spcBef>
                <a:spcPts val="1935"/>
              </a:spcBef>
            </a:pPr>
            <a:r>
              <a:rPr sz="1800" spc="90" dirty="0">
                <a:latin typeface="Trebuchet MS"/>
                <a:cs typeface="Trebuchet MS"/>
              </a:rPr>
              <a:t>by</a:t>
            </a:r>
            <a:r>
              <a:rPr sz="1800" spc="-9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default.</a:t>
            </a:r>
            <a:endParaRPr sz="1800" dirty="0">
              <a:latin typeface="Trebuchet MS"/>
              <a:cs typeface="Trebuchet MS"/>
            </a:endParaRPr>
          </a:p>
          <a:p>
            <a:pPr marL="474345" marR="1497330" indent="-462280">
              <a:lnSpc>
                <a:spcPct val="189400"/>
              </a:lnSpc>
            </a:pPr>
            <a:r>
              <a:rPr sz="1800" spc="80" dirty="0">
                <a:latin typeface="Trebuchet MS"/>
                <a:cs typeface="Trebuchet MS"/>
              </a:rPr>
              <a:t>Q2: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125" dirty="0">
                <a:latin typeface="Trebuchet MS"/>
                <a:cs typeface="Trebuchet MS"/>
              </a:rPr>
              <a:t>Set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the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font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family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of</a:t>
            </a:r>
            <a:r>
              <a:rPr sz="1800" spc="229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all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the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60" dirty="0">
                <a:latin typeface="Trebuchet MS"/>
                <a:cs typeface="Trebuchet MS"/>
              </a:rPr>
              <a:t>content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in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the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90" dirty="0">
                <a:latin typeface="Trebuchet MS"/>
                <a:cs typeface="Trebuchet MS"/>
              </a:rPr>
              <a:t>document</a:t>
            </a:r>
            <a:r>
              <a:rPr sz="1800" spc="-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to </a:t>
            </a:r>
            <a:r>
              <a:rPr sz="1800" spc="114" dirty="0">
                <a:latin typeface="Trebuchet MS"/>
                <a:cs typeface="Trebuchet MS"/>
              </a:rPr>
              <a:t>"Times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135" dirty="0">
                <a:latin typeface="Trebuchet MS"/>
                <a:cs typeface="Trebuchet MS"/>
              </a:rPr>
              <a:t>New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spc="105" dirty="0">
                <a:latin typeface="Trebuchet MS"/>
                <a:cs typeface="Trebuchet MS"/>
              </a:rPr>
              <a:t>Roman".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930"/>
              </a:spcBef>
            </a:pPr>
            <a:r>
              <a:rPr sz="1800" spc="80" dirty="0">
                <a:latin typeface="Trebuchet MS"/>
                <a:cs typeface="Trebuchet MS"/>
              </a:rPr>
              <a:t>Q3:</a:t>
            </a:r>
            <a:r>
              <a:rPr sz="1800" spc="-85" dirty="0">
                <a:latin typeface="Trebuchet MS"/>
                <a:cs typeface="Trebuchet MS"/>
              </a:rPr>
              <a:t> </a:t>
            </a:r>
            <a:r>
              <a:rPr sz="1800" spc="75" dirty="0">
                <a:latin typeface="Trebuchet MS"/>
                <a:cs typeface="Trebuchet MS"/>
              </a:rPr>
              <a:t>Create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95" dirty="0">
                <a:latin typeface="Trebuchet MS"/>
                <a:cs typeface="Trebuchet MS"/>
              </a:rPr>
              <a:t>one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spc="55" dirty="0">
                <a:latin typeface="Trebuchet MS"/>
                <a:cs typeface="Trebuchet MS"/>
              </a:rPr>
              <a:t>div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spc="80" dirty="0">
                <a:latin typeface="Trebuchet MS"/>
                <a:cs typeface="Trebuchet MS"/>
              </a:rPr>
              <a:t>inside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spc="75" dirty="0">
                <a:latin typeface="Trebuchet MS"/>
                <a:cs typeface="Trebuchet MS"/>
              </a:rPr>
              <a:t>another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div.</a:t>
            </a:r>
            <a:endParaRPr sz="1800" dirty="0">
              <a:latin typeface="Trebuchet MS"/>
              <a:cs typeface="Trebuchet MS"/>
            </a:endParaRPr>
          </a:p>
          <a:p>
            <a:pPr marL="766445" marR="5080">
              <a:lnSpc>
                <a:spcPct val="189400"/>
              </a:lnSpc>
            </a:pPr>
            <a:r>
              <a:rPr sz="1800" spc="125" dirty="0">
                <a:latin typeface="Trebuchet MS"/>
                <a:cs typeface="Trebuchet MS"/>
              </a:rPr>
              <a:t>Set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id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85" dirty="0">
                <a:latin typeface="Trebuchet MS"/>
                <a:cs typeface="Trebuchet MS"/>
              </a:rPr>
              <a:t>&amp;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text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120" dirty="0">
                <a:latin typeface="Trebuchet MS"/>
                <a:cs typeface="Trebuchet MS"/>
              </a:rPr>
              <a:t>"outer"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for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the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first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100" dirty="0">
                <a:latin typeface="Trebuchet MS"/>
                <a:cs typeface="Trebuchet MS"/>
              </a:rPr>
              <a:t>one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85" dirty="0">
                <a:latin typeface="Trebuchet MS"/>
                <a:cs typeface="Trebuchet MS"/>
              </a:rPr>
              <a:t>&amp;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125" dirty="0">
                <a:latin typeface="Trebuchet MS"/>
                <a:cs typeface="Trebuchet MS"/>
              </a:rPr>
              <a:t>"inner"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for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the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145" dirty="0">
                <a:latin typeface="Trebuchet MS"/>
                <a:cs typeface="Trebuchet MS"/>
              </a:rPr>
              <a:t>second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one. </a:t>
            </a:r>
            <a:r>
              <a:rPr sz="1800" spc="125" dirty="0">
                <a:latin typeface="Trebuchet MS"/>
                <a:cs typeface="Trebuchet MS"/>
              </a:rPr>
              <a:t>Set</a:t>
            </a:r>
            <a:r>
              <a:rPr sz="1800" spc="-9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the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spc="60" dirty="0">
                <a:latin typeface="Trebuchet MS"/>
                <a:cs typeface="Trebuchet MS"/>
              </a:rPr>
              <a:t>outer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55" dirty="0">
                <a:latin typeface="Trebuchet MS"/>
                <a:cs typeface="Trebuchet MS"/>
              </a:rPr>
              <a:t>div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text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spc="100" dirty="0">
                <a:latin typeface="Trebuchet MS"/>
                <a:cs typeface="Trebuchet MS"/>
              </a:rPr>
              <a:t>size</a:t>
            </a:r>
            <a:r>
              <a:rPr sz="1800" spc="-8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to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spc="100" dirty="0">
                <a:latin typeface="Trebuchet MS"/>
                <a:cs typeface="Trebuchet MS"/>
              </a:rPr>
              <a:t>25px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85" dirty="0">
                <a:latin typeface="Trebuchet MS"/>
                <a:cs typeface="Trebuchet MS"/>
              </a:rPr>
              <a:t>&amp;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spc="65" dirty="0">
                <a:latin typeface="Trebuchet MS"/>
                <a:cs typeface="Trebuchet MS"/>
              </a:rPr>
              <a:t>inner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55" dirty="0">
                <a:latin typeface="Trebuchet MS"/>
                <a:cs typeface="Trebuchet MS"/>
              </a:rPr>
              <a:t>div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text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spc="100" dirty="0">
                <a:latin typeface="Trebuchet MS"/>
                <a:cs typeface="Trebuchet MS"/>
              </a:rPr>
              <a:t>size</a:t>
            </a:r>
            <a:r>
              <a:rPr sz="1800" spc="-8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to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spc="50" dirty="0">
                <a:latin typeface="Trebuchet MS"/>
                <a:cs typeface="Trebuchet MS"/>
              </a:rPr>
              <a:t>10px.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2912" y="1615269"/>
            <a:ext cx="8547418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315" dirty="0">
                <a:solidFill>
                  <a:srgbClr val="D47205"/>
                </a:solidFill>
              </a:rPr>
              <a:t>Practice</a:t>
            </a:r>
            <a:r>
              <a:rPr spc="-80" dirty="0">
                <a:solidFill>
                  <a:srgbClr val="D47205"/>
                </a:solidFill>
              </a:rPr>
              <a:t> </a:t>
            </a:r>
            <a:r>
              <a:rPr spc="200" dirty="0">
                <a:solidFill>
                  <a:srgbClr val="D47205"/>
                </a:solidFill>
              </a:rPr>
              <a:t>Set</a:t>
            </a:r>
            <a:r>
              <a:rPr spc="-55" dirty="0">
                <a:solidFill>
                  <a:srgbClr val="D47205"/>
                </a:solidFill>
              </a:rPr>
              <a:t> </a:t>
            </a:r>
            <a:r>
              <a:rPr spc="85" dirty="0">
                <a:solidFill>
                  <a:srgbClr val="D47205"/>
                </a:solidFill>
              </a:rPr>
              <a:t>2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62815" y="4321165"/>
            <a:ext cx="3199765" cy="1049020"/>
            <a:chOff x="362815" y="4321165"/>
            <a:chExt cx="3199765" cy="1049020"/>
          </a:xfrm>
        </p:grpSpPr>
        <p:sp>
          <p:nvSpPr>
            <p:cNvPr id="5" name="object 5"/>
            <p:cNvSpPr/>
            <p:nvPr/>
          </p:nvSpPr>
          <p:spPr>
            <a:xfrm>
              <a:off x="1307522" y="4337959"/>
              <a:ext cx="2245360" cy="261620"/>
            </a:xfrm>
            <a:custGeom>
              <a:avLst/>
              <a:gdLst/>
              <a:ahLst/>
              <a:cxnLst/>
              <a:rect l="l" t="t" r="r" b="b"/>
              <a:pathLst>
                <a:path w="2245360" h="261620">
                  <a:moveTo>
                    <a:pt x="0" y="245"/>
                  </a:moveTo>
                  <a:lnTo>
                    <a:pt x="0" y="245"/>
                  </a:lnTo>
                  <a:lnTo>
                    <a:pt x="48567" y="245"/>
                  </a:lnTo>
                  <a:lnTo>
                    <a:pt x="53273" y="0"/>
                  </a:lnTo>
                  <a:lnTo>
                    <a:pt x="57706" y="245"/>
                  </a:lnTo>
                  <a:lnTo>
                    <a:pt x="62139" y="490"/>
                  </a:lnTo>
                  <a:lnTo>
                    <a:pt x="66364" y="1145"/>
                  </a:lnTo>
                  <a:lnTo>
                    <a:pt x="70827" y="1717"/>
                  </a:lnTo>
                  <a:lnTo>
                    <a:pt x="75290" y="2289"/>
                  </a:lnTo>
                  <a:lnTo>
                    <a:pt x="80028" y="2792"/>
                  </a:lnTo>
                  <a:lnTo>
                    <a:pt x="84483" y="3675"/>
                  </a:lnTo>
                  <a:lnTo>
                    <a:pt x="88939" y="4558"/>
                  </a:lnTo>
                  <a:lnTo>
                    <a:pt x="93128" y="5881"/>
                  </a:lnTo>
                  <a:lnTo>
                    <a:pt x="97558" y="7015"/>
                  </a:lnTo>
                  <a:lnTo>
                    <a:pt x="101988" y="8149"/>
                  </a:lnTo>
                  <a:lnTo>
                    <a:pt x="106663" y="9411"/>
                  </a:lnTo>
                  <a:lnTo>
                    <a:pt x="111063" y="10478"/>
                  </a:lnTo>
                  <a:lnTo>
                    <a:pt x="115463" y="11544"/>
                  </a:lnTo>
                  <a:lnTo>
                    <a:pt x="119341" y="12562"/>
                  </a:lnTo>
                  <a:lnTo>
                    <a:pt x="123960" y="13414"/>
                  </a:lnTo>
                  <a:lnTo>
                    <a:pt x="128578" y="14265"/>
                  </a:lnTo>
                  <a:lnTo>
                    <a:pt x="133852" y="14988"/>
                  </a:lnTo>
                  <a:lnTo>
                    <a:pt x="138776" y="15587"/>
                  </a:lnTo>
                  <a:lnTo>
                    <a:pt x="143700" y="16187"/>
                  </a:lnTo>
                  <a:lnTo>
                    <a:pt x="168630" y="17815"/>
                  </a:lnTo>
                  <a:lnTo>
                    <a:pt x="173522" y="18009"/>
                  </a:lnTo>
                  <a:lnTo>
                    <a:pt x="178101" y="18102"/>
                  </a:lnTo>
                  <a:lnTo>
                    <a:pt x="182855" y="18175"/>
                  </a:lnTo>
                  <a:lnTo>
                    <a:pt x="187609" y="18248"/>
                  </a:lnTo>
                  <a:lnTo>
                    <a:pt x="192542" y="18251"/>
                  </a:lnTo>
                  <a:lnTo>
                    <a:pt x="197155" y="18251"/>
                  </a:lnTo>
                  <a:lnTo>
                    <a:pt x="201768" y="18250"/>
                  </a:lnTo>
                  <a:lnTo>
                    <a:pt x="205794" y="18209"/>
                  </a:lnTo>
                  <a:lnTo>
                    <a:pt x="210534" y="18172"/>
                  </a:lnTo>
                  <a:lnTo>
                    <a:pt x="215274" y="18135"/>
                  </a:lnTo>
                  <a:lnTo>
                    <a:pt x="220615" y="18078"/>
                  </a:lnTo>
                  <a:lnTo>
                    <a:pt x="225594" y="18029"/>
                  </a:lnTo>
                  <a:lnTo>
                    <a:pt x="230573" y="17980"/>
                  </a:lnTo>
                  <a:lnTo>
                    <a:pt x="235664" y="17925"/>
                  </a:lnTo>
                  <a:lnTo>
                    <a:pt x="240406" y="17878"/>
                  </a:lnTo>
                  <a:lnTo>
                    <a:pt x="245149" y="17832"/>
                  </a:lnTo>
                  <a:lnTo>
                    <a:pt x="249495" y="17541"/>
                  </a:lnTo>
                  <a:lnTo>
                    <a:pt x="277385" y="21299"/>
                  </a:lnTo>
                  <a:lnTo>
                    <a:pt x="282052" y="22492"/>
                  </a:lnTo>
                  <a:lnTo>
                    <a:pt x="286718" y="23684"/>
                  </a:lnTo>
                  <a:lnTo>
                    <a:pt x="290875" y="25090"/>
                  </a:lnTo>
                  <a:lnTo>
                    <a:pt x="295729" y="26281"/>
                  </a:lnTo>
                  <a:lnTo>
                    <a:pt x="322565" y="31244"/>
                  </a:lnTo>
                  <a:lnTo>
                    <a:pt x="329296" y="32208"/>
                  </a:lnTo>
                  <a:lnTo>
                    <a:pt x="336028" y="33171"/>
                  </a:lnTo>
                  <a:lnTo>
                    <a:pt x="343445" y="34386"/>
                  </a:lnTo>
                  <a:lnTo>
                    <a:pt x="351563" y="35419"/>
                  </a:lnTo>
                  <a:lnTo>
                    <a:pt x="357798" y="36127"/>
                  </a:lnTo>
                  <a:lnTo>
                    <a:pt x="364305" y="36781"/>
                  </a:lnTo>
                  <a:lnTo>
                    <a:pt x="371052" y="37501"/>
                  </a:lnTo>
                  <a:lnTo>
                    <a:pt x="416010" y="45327"/>
                  </a:lnTo>
                  <a:lnTo>
                    <a:pt x="432929" y="48876"/>
                  </a:lnTo>
                  <a:lnTo>
                    <a:pt x="441863" y="50757"/>
                  </a:lnTo>
                  <a:lnTo>
                    <a:pt x="451113" y="52707"/>
                  </a:lnTo>
                  <a:lnTo>
                    <a:pt x="460662" y="54736"/>
                  </a:lnTo>
                  <a:lnTo>
                    <a:pt x="470563" y="56821"/>
                  </a:lnTo>
                  <a:lnTo>
                    <a:pt x="514233" y="65528"/>
                  </a:lnTo>
                  <a:lnTo>
                    <a:pt x="564043" y="74711"/>
                  </a:lnTo>
                  <a:lnTo>
                    <a:pt x="603129" y="80795"/>
                  </a:lnTo>
                  <a:lnTo>
                    <a:pt x="616310" y="82664"/>
                  </a:lnTo>
                  <a:lnTo>
                    <a:pt x="629519" y="84628"/>
                  </a:lnTo>
                  <a:lnTo>
                    <a:pt x="669591" y="91064"/>
                  </a:lnTo>
                  <a:lnTo>
                    <a:pt x="708142" y="97895"/>
                  </a:lnTo>
                  <a:lnTo>
                    <a:pt x="720635" y="100203"/>
                  </a:lnTo>
                  <a:lnTo>
                    <a:pt x="770256" y="108423"/>
                  </a:lnTo>
                  <a:lnTo>
                    <a:pt x="817284" y="114752"/>
                  </a:lnTo>
                  <a:lnTo>
                    <a:pt x="860841" y="118955"/>
                  </a:lnTo>
                  <a:lnTo>
                    <a:pt x="871215" y="119855"/>
                  </a:lnTo>
                  <a:lnTo>
                    <a:pt x="881387" y="120800"/>
                  </a:lnTo>
                  <a:lnTo>
                    <a:pt x="891352" y="121742"/>
                  </a:lnTo>
                  <a:lnTo>
                    <a:pt x="901145" y="122657"/>
                  </a:lnTo>
                  <a:lnTo>
                    <a:pt x="910800" y="123519"/>
                  </a:lnTo>
                  <a:lnTo>
                    <a:pt x="920200" y="124260"/>
                  </a:lnTo>
                  <a:lnTo>
                    <a:pt x="929369" y="124912"/>
                  </a:lnTo>
                  <a:lnTo>
                    <a:pt x="938550" y="125607"/>
                  </a:lnTo>
                  <a:lnTo>
                    <a:pt x="977552" y="130093"/>
                  </a:lnTo>
                  <a:lnTo>
                    <a:pt x="1020821" y="136425"/>
                  </a:lnTo>
                  <a:lnTo>
                    <a:pt x="1032824" y="138221"/>
                  </a:lnTo>
                  <a:lnTo>
                    <a:pt x="1072794" y="144042"/>
                  </a:lnTo>
                  <a:lnTo>
                    <a:pt x="1117850" y="150215"/>
                  </a:lnTo>
                  <a:lnTo>
                    <a:pt x="1133935" y="152374"/>
                  </a:lnTo>
                  <a:lnTo>
                    <a:pt x="1150420" y="154665"/>
                  </a:lnTo>
                  <a:lnTo>
                    <a:pt x="1167308" y="157161"/>
                  </a:lnTo>
                  <a:lnTo>
                    <a:pt x="1184636" y="159815"/>
                  </a:lnTo>
                  <a:lnTo>
                    <a:pt x="1202376" y="162499"/>
                  </a:lnTo>
                  <a:lnTo>
                    <a:pt x="1220496" y="165089"/>
                  </a:lnTo>
                  <a:lnTo>
                    <a:pt x="1238989" y="167521"/>
                  </a:lnTo>
                  <a:lnTo>
                    <a:pt x="1257873" y="169873"/>
                  </a:lnTo>
                  <a:lnTo>
                    <a:pt x="1277150" y="172226"/>
                  </a:lnTo>
                  <a:lnTo>
                    <a:pt x="1296824" y="174662"/>
                  </a:lnTo>
                  <a:lnTo>
                    <a:pt x="1316922" y="177212"/>
                  </a:lnTo>
                  <a:lnTo>
                    <a:pt x="1337432" y="179830"/>
                  </a:lnTo>
                  <a:lnTo>
                    <a:pt x="1358307" y="182480"/>
                  </a:lnTo>
                  <a:lnTo>
                    <a:pt x="1379497" y="185127"/>
                  </a:lnTo>
                  <a:lnTo>
                    <a:pt x="1400959" y="187808"/>
                  </a:lnTo>
                  <a:lnTo>
                    <a:pt x="1422729" y="190528"/>
                  </a:lnTo>
                  <a:lnTo>
                    <a:pt x="1467479" y="195731"/>
                  </a:lnTo>
                  <a:lnTo>
                    <a:pt x="1514426" y="200330"/>
                  </a:lnTo>
                  <a:lnTo>
                    <a:pt x="1562296" y="204601"/>
                  </a:lnTo>
                  <a:lnTo>
                    <a:pt x="1610020" y="208754"/>
                  </a:lnTo>
                  <a:lnTo>
                    <a:pt x="1657660" y="212569"/>
                  </a:lnTo>
                  <a:lnTo>
                    <a:pt x="1705019" y="215700"/>
                  </a:lnTo>
                  <a:lnTo>
                    <a:pt x="1728534" y="217163"/>
                  </a:lnTo>
                  <a:lnTo>
                    <a:pt x="1751805" y="218731"/>
                  </a:lnTo>
                  <a:lnTo>
                    <a:pt x="1797924" y="222199"/>
                  </a:lnTo>
                  <a:lnTo>
                    <a:pt x="1842586" y="225886"/>
                  </a:lnTo>
                  <a:lnTo>
                    <a:pt x="1884844" y="229854"/>
                  </a:lnTo>
                  <a:lnTo>
                    <a:pt x="1905206" y="231868"/>
                  </a:lnTo>
                  <a:lnTo>
                    <a:pt x="1925083" y="233795"/>
                  </a:lnTo>
                  <a:lnTo>
                    <a:pt x="1944512" y="235602"/>
                  </a:lnTo>
                  <a:lnTo>
                    <a:pt x="1963471" y="237337"/>
                  </a:lnTo>
                  <a:lnTo>
                    <a:pt x="1981895" y="239036"/>
                  </a:lnTo>
                  <a:lnTo>
                    <a:pt x="1999719" y="240734"/>
                  </a:lnTo>
                  <a:lnTo>
                    <a:pt x="2016980" y="242464"/>
                  </a:lnTo>
                  <a:lnTo>
                    <a:pt x="2033694" y="244198"/>
                  </a:lnTo>
                  <a:lnTo>
                    <a:pt x="2049765" y="245887"/>
                  </a:lnTo>
                  <a:lnTo>
                    <a:pt x="2065096" y="247482"/>
                  </a:lnTo>
                  <a:lnTo>
                    <a:pt x="2106736" y="251750"/>
                  </a:lnTo>
                  <a:lnTo>
                    <a:pt x="2151746" y="256086"/>
                  </a:lnTo>
                  <a:lnTo>
                    <a:pt x="2193254" y="259433"/>
                  </a:lnTo>
                  <a:lnTo>
                    <a:pt x="2216173" y="260781"/>
                  </a:lnTo>
                  <a:lnTo>
                    <a:pt x="2222899" y="261097"/>
                  </a:lnTo>
                  <a:lnTo>
                    <a:pt x="2228751" y="261227"/>
                  </a:lnTo>
                  <a:lnTo>
                    <a:pt x="2233614" y="261325"/>
                  </a:lnTo>
                  <a:lnTo>
                    <a:pt x="2238478" y="261425"/>
                  </a:lnTo>
                  <a:lnTo>
                    <a:pt x="2243396" y="261367"/>
                  </a:lnTo>
                  <a:lnTo>
                    <a:pt x="2245352" y="261375"/>
                  </a:lnTo>
                </a:path>
              </a:pathLst>
            </a:custGeom>
            <a:ln w="19050">
              <a:solidFill>
                <a:srgbClr val="E61B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72340" y="4330690"/>
              <a:ext cx="1014730" cy="471805"/>
            </a:xfrm>
            <a:custGeom>
              <a:avLst/>
              <a:gdLst/>
              <a:ahLst/>
              <a:cxnLst/>
              <a:rect l="l" t="t" r="r" b="b"/>
              <a:pathLst>
                <a:path w="1014730" h="471804">
                  <a:moveTo>
                    <a:pt x="0" y="423150"/>
                  </a:moveTo>
                  <a:lnTo>
                    <a:pt x="0" y="423150"/>
                  </a:lnTo>
                  <a:lnTo>
                    <a:pt x="50836" y="423150"/>
                  </a:lnTo>
                  <a:lnTo>
                    <a:pt x="55626" y="422659"/>
                  </a:lnTo>
                  <a:lnTo>
                    <a:pt x="97709" y="431482"/>
                  </a:lnTo>
                  <a:lnTo>
                    <a:pt x="104107" y="433574"/>
                  </a:lnTo>
                  <a:lnTo>
                    <a:pt x="142711" y="453116"/>
                  </a:lnTo>
                  <a:lnTo>
                    <a:pt x="146817" y="455896"/>
                  </a:lnTo>
                  <a:lnTo>
                    <a:pt x="150923" y="458675"/>
                  </a:lnTo>
                  <a:lnTo>
                    <a:pt x="154051" y="461372"/>
                  </a:lnTo>
                  <a:lnTo>
                    <a:pt x="158017" y="463631"/>
                  </a:lnTo>
                  <a:lnTo>
                    <a:pt x="161983" y="465890"/>
                  </a:lnTo>
                  <a:lnTo>
                    <a:pt x="164691" y="468571"/>
                  </a:lnTo>
                  <a:lnTo>
                    <a:pt x="170611" y="469449"/>
                  </a:lnTo>
                  <a:lnTo>
                    <a:pt x="176531" y="470328"/>
                  </a:lnTo>
                  <a:lnTo>
                    <a:pt x="182740" y="471318"/>
                  </a:lnTo>
                  <a:lnTo>
                    <a:pt x="193538" y="468903"/>
                  </a:lnTo>
                  <a:lnTo>
                    <a:pt x="235397" y="454964"/>
                  </a:lnTo>
                  <a:lnTo>
                    <a:pt x="280025" y="431671"/>
                  </a:lnTo>
                  <a:lnTo>
                    <a:pt x="315741" y="411396"/>
                  </a:lnTo>
                  <a:lnTo>
                    <a:pt x="356172" y="387566"/>
                  </a:lnTo>
                  <a:lnTo>
                    <a:pt x="377772" y="374771"/>
                  </a:lnTo>
                  <a:lnTo>
                    <a:pt x="400274" y="361442"/>
                  </a:lnTo>
                  <a:lnTo>
                    <a:pt x="423744" y="347488"/>
                  </a:lnTo>
                  <a:lnTo>
                    <a:pt x="448045" y="333025"/>
                  </a:lnTo>
                  <a:lnTo>
                    <a:pt x="473037" y="318175"/>
                  </a:lnTo>
                  <a:lnTo>
                    <a:pt x="525954" y="286788"/>
                  </a:lnTo>
                  <a:lnTo>
                    <a:pt x="580097" y="254729"/>
                  </a:lnTo>
                  <a:lnTo>
                    <a:pt x="633379" y="223222"/>
                  </a:lnTo>
                  <a:lnTo>
                    <a:pt x="685159" y="192756"/>
                  </a:lnTo>
                  <a:lnTo>
                    <a:pt x="734074" y="164337"/>
                  </a:lnTo>
                  <a:lnTo>
                    <a:pt x="757538" y="150771"/>
                  </a:lnTo>
                  <a:lnTo>
                    <a:pt x="780194" y="137638"/>
                  </a:lnTo>
                  <a:lnTo>
                    <a:pt x="823302" y="112558"/>
                  </a:lnTo>
                  <a:lnTo>
                    <a:pt x="862891" y="89430"/>
                  </a:lnTo>
                  <a:lnTo>
                    <a:pt x="898344" y="68536"/>
                  </a:lnTo>
                  <a:lnTo>
                    <a:pt x="914575" y="58925"/>
                  </a:lnTo>
                  <a:lnTo>
                    <a:pt x="929778" y="49929"/>
                  </a:lnTo>
                  <a:lnTo>
                    <a:pt x="969255" y="26580"/>
                  </a:lnTo>
                  <a:lnTo>
                    <a:pt x="1008447" y="3366"/>
                  </a:lnTo>
                  <a:lnTo>
                    <a:pt x="1014126" y="0"/>
                  </a:lnTo>
                </a:path>
              </a:pathLst>
            </a:custGeom>
            <a:ln w="19050">
              <a:solidFill>
                <a:srgbClr val="E61B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913168" y="5334000"/>
              <a:ext cx="191770" cy="26670"/>
            </a:xfrm>
            <a:custGeom>
              <a:avLst/>
              <a:gdLst/>
              <a:ahLst/>
              <a:cxnLst/>
              <a:rect l="l" t="t" r="r" b="b"/>
              <a:pathLst>
                <a:path w="191769" h="26670">
                  <a:moveTo>
                    <a:pt x="490" y="0"/>
                  </a:moveTo>
                  <a:lnTo>
                    <a:pt x="490" y="245"/>
                  </a:lnTo>
                  <a:lnTo>
                    <a:pt x="0" y="900"/>
                  </a:lnTo>
                  <a:lnTo>
                    <a:pt x="490" y="1471"/>
                  </a:lnTo>
                  <a:lnTo>
                    <a:pt x="8822" y="5297"/>
                  </a:lnTo>
                  <a:lnTo>
                    <a:pt x="10914" y="5860"/>
                  </a:lnTo>
                  <a:lnTo>
                    <a:pt x="24296" y="7870"/>
                  </a:lnTo>
                  <a:lnTo>
                    <a:pt x="27171" y="8160"/>
                  </a:lnTo>
                  <a:lnTo>
                    <a:pt x="50342" y="8975"/>
                  </a:lnTo>
                  <a:lnTo>
                    <a:pt x="56907" y="8761"/>
                  </a:lnTo>
                  <a:lnTo>
                    <a:pt x="62967" y="9030"/>
                  </a:lnTo>
                  <a:lnTo>
                    <a:pt x="69026" y="9299"/>
                  </a:lnTo>
                  <a:lnTo>
                    <a:pt x="75672" y="9945"/>
                  </a:lnTo>
                  <a:lnTo>
                    <a:pt x="81744" y="10508"/>
                  </a:lnTo>
                  <a:lnTo>
                    <a:pt x="87817" y="11070"/>
                  </a:lnTo>
                  <a:lnTo>
                    <a:pt x="93618" y="11791"/>
                  </a:lnTo>
                  <a:lnTo>
                    <a:pt x="99401" y="12405"/>
                  </a:lnTo>
                  <a:lnTo>
                    <a:pt x="105183" y="13018"/>
                  </a:lnTo>
                  <a:lnTo>
                    <a:pt x="110803" y="13408"/>
                  </a:lnTo>
                  <a:lnTo>
                    <a:pt x="116439" y="14187"/>
                  </a:lnTo>
                  <a:lnTo>
                    <a:pt x="122075" y="14968"/>
                  </a:lnTo>
                  <a:lnTo>
                    <a:pt x="127875" y="16108"/>
                  </a:lnTo>
                  <a:lnTo>
                    <a:pt x="133215" y="17084"/>
                  </a:lnTo>
                  <a:lnTo>
                    <a:pt x="138556" y="18059"/>
                  </a:lnTo>
                  <a:lnTo>
                    <a:pt x="143706" y="19136"/>
                  </a:lnTo>
                  <a:lnTo>
                    <a:pt x="148481" y="20044"/>
                  </a:lnTo>
                  <a:lnTo>
                    <a:pt x="153257" y="20952"/>
                  </a:lnTo>
                  <a:lnTo>
                    <a:pt x="157697" y="21812"/>
                  </a:lnTo>
                  <a:lnTo>
                    <a:pt x="161869" y="22532"/>
                  </a:lnTo>
                  <a:lnTo>
                    <a:pt x="183778" y="25551"/>
                  </a:lnTo>
                  <a:lnTo>
                    <a:pt x="186794" y="25861"/>
                  </a:lnTo>
                  <a:lnTo>
                    <a:pt x="190304" y="26107"/>
                  </a:lnTo>
                  <a:lnTo>
                    <a:pt x="191609" y="26218"/>
                  </a:lnTo>
                </a:path>
              </a:pathLst>
            </a:custGeom>
            <a:ln w="19050">
              <a:solidFill>
                <a:srgbClr val="E61B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2372590" y="5316436"/>
            <a:ext cx="294005" cy="35560"/>
          </a:xfrm>
          <a:custGeom>
            <a:avLst/>
            <a:gdLst/>
            <a:ahLst/>
            <a:cxnLst/>
            <a:rect l="l" t="t" r="r" b="b"/>
            <a:pathLst>
              <a:path w="294005" h="35560">
                <a:moveTo>
                  <a:pt x="0" y="245"/>
                </a:moveTo>
                <a:lnTo>
                  <a:pt x="245" y="245"/>
                </a:lnTo>
                <a:lnTo>
                  <a:pt x="409" y="0"/>
                </a:lnTo>
                <a:lnTo>
                  <a:pt x="1472" y="245"/>
                </a:lnTo>
                <a:lnTo>
                  <a:pt x="2534" y="490"/>
                </a:lnTo>
                <a:lnTo>
                  <a:pt x="4347" y="1146"/>
                </a:lnTo>
                <a:lnTo>
                  <a:pt x="6373" y="1717"/>
                </a:lnTo>
                <a:lnTo>
                  <a:pt x="8400" y="2289"/>
                </a:lnTo>
                <a:lnTo>
                  <a:pt x="10484" y="3037"/>
                </a:lnTo>
                <a:lnTo>
                  <a:pt x="13629" y="3675"/>
                </a:lnTo>
                <a:lnTo>
                  <a:pt x="16774" y="4312"/>
                </a:lnTo>
                <a:lnTo>
                  <a:pt x="21093" y="4735"/>
                </a:lnTo>
                <a:lnTo>
                  <a:pt x="25244" y="5543"/>
                </a:lnTo>
                <a:lnTo>
                  <a:pt x="29395" y="6350"/>
                </a:lnTo>
                <a:lnTo>
                  <a:pt x="34097" y="7520"/>
                </a:lnTo>
                <a:lnTo>
                  <a:pt x="38536" y="8520"/>
                </a:lnTo>
                <a:lnTo>
                  <a:pt x="42976" y="9521"/>
                </a:lnTo>
                <a:lnTo>
                  <a:pt x="47560" y="10619"/>
                </a:lnTo>
                <a:lnTo>
                  <a:pt x="51880" y="11546"/>
                </a:lnTo>
                <a:lnTo>
                  <a:pt x="56199" y="12473"/>
                </a:lnTo>
                <a:lnTo>
                  <a:pt x="60191" y="13104"/>
                </a:lnTo>
                <a:lnTo>
                  <a:pt x="64452" y="14082"/>
                </a:lnTo>
                <a:lnTo>
                  <a:pt x="68713" y="15060"/>
                </a:lnTo>
                <a:lnTo>
                  <a:pt x="73202" y="16331"/>
                </a:lnTo>
                <a:lnTo>
                  <a:pt x="77446" y="17414"/>
                </a:lnTo>
                <a:lnTo>
                  <a:pt x="81689" y="18496"/>
                </a:lnTo>
                <a:lnTo>
                  <a:pt x="85909" y="19626"/>
                </a:lnTo>
                <a:lnTo>
                  <a:pt x="89913" y="20577"/>
                </a:lnTo>
                <a:lnTo>
                  <a:pt x="93917" y="21528"/>
                </a:lnTo>
                <a:lnTo>
                  <a:pt x="97531" y="22150"/>
                </a:lnTo>
                <a:lnTo>
                  <a:pt x="101470" y="23119"/>
                </a:lnTo>
                <a:lnTo>
                  <a:pt x="105410" y="24087"/>
                </a:lnTo>
                <a:lnTo>
                  <a:pt x="109578" y="25331"/>
                </a:lnTo>
                <a:lnTo>
                  <a:pt x="113552" y="26389"/>
                </a:lnTo>
                <a:lnTo>
                  <a:pt x="117525" y="27447"/>
                </a:lnTo>
                <a:lnTo>
                  <a:pt x="121262" y="28544"/>
                </a:lnTo>
                <a:lnTo>
                  <a:pt x="125313" y="29467"/>
                </a:lnTo>
                <a:lnTo>
                  <a:pt x="150137" y="33659"/>
                </a:lnTo>
                <a:lnTo>
                  <a:pt x="154350" y="34127"/>
                </a:lnTo>
                <a:lnTo>
                  <a:pt x="175761" y="35295"/>
                </a:lnTo>
                <a:lnTo>
                  <a:pt x="180071" y="35424"/>
                </a:lnTo>
                <a:lnTo>
                  <a:pt x="184662" y="35471"/>
                </a:lnTo>
                <a:lnTo>
                  <a:pt x="188995" y="35505"/>
                </a:lnTo>
                <a:lnTo>
                  <a:pt x="193327" y="35541"/>
                </a:lnTo>
                <a:lnTo>
                  <a:pt x="197658" y="35523"/>
                </a:lnTo>
                <a:lnTo>
                  <a:pt x="201756" y="35505"/>
                </a:lnTo>
                <a:lnTo>
                  <a:pt x="205854" y="35487"/>
                </a:lnTo>
                <a:lnTo>
                  <a:pt x="209808" y="35440"/>
                </a:lnTo>
                <a:lnTo>
                  <a:pt x="213583" y="35399"/>
                </a:lnTo>
                <a:lnTo>
                  <a:pt x="217357" y="35357"/>
                </a:lnTo>
                <a:lnTo>
                  <a:pt x="220942" y="35303"/>
                </a:lnTo>
                <a:lnTo>
                  <a:pt x="224404" y="35257"/>
                </a:lnTo>
                <a:lnTo>
                  <a:pt x="227866" y="35211"/>
                </a:lnTo>
                <a:lnTo>
                  <a:pt x="230902" y="35163"/>
                </a:lnTo>
                <a:lnTo>
                  <a:pt x="234355" y="35123"/>
                </a:lnTo>
                <a:lnTo>
                  <a:pt x="237809" y="35082"/>
                </a:lnTo>
                <a:lnTo>
                  <a:pt x="241526" y="35045"/>
                </a:lnTo>
                <a:lnTo>
                  <a:pt x="245124" y="35014"/>
                </a:lnTo>
                <a:lnTo>
                  <a:pt x="248722" y="34983"/>
                </a:lnTo>
                <a:lnTo>
                  <a:pt x="266419" y="34890"/>
                </a:lnTo>
                <a:lnTo>
                  <a:pt x="269831" y="34878"/>
                </a:lnTo>
                <a:lnTo>
                  <a:pt x="273161" y="34870"/>
                </a:lnTo>
                <a:lnTo>
                  <a:pt x="276415" y="34864"/>
                </a:lnTo>
                <a:lnTo>
                  <a:pt x="279669" y="34859"/>
                </a:lnTo>
                <a:lnTo>
                  <a:pt x="283077" y="34856"/>
                </a:lnTo>
                <a:lnTo>
                  <a:pt x="285944" y="34854"/>
                </a:lnTo>
                <a:lnTo>
                  <a:pt x="288812" y="34853"/>
                </a:lnTo>
                <a:lnTo>
                  <a:pt x="292341" y="34854"/>
                </a:lnTo>
                <a:lnTo>
                  <a:pt x="293620" y="34854"/>
                </a:lnTo>
              </a:path>
            </a:pathLst>
          </a:custGeom>
          <a:ln w="19049">
            <a:solidFill>
              <a:srgbClr val="E61B1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06977" y="5316801"/>
            <a:ext cx="380365" cy="33020"/>
          </a:xfrm>
          <a:custGeom>
            <a:avLst/>
            <a:gdLst/>
            <a:ahLst/>
            <a:cxnLst/>
            <a:rect l="l" t="t" r="r" b="b"/>
            <a:pathLst>
              <a:path w="380364" h="33020">
                <a:moveTo>
                  <a:pt x="1636" y="8539"/>
                </a:moveTo>
                <a:lnTo>
                  <a:pt x="1391" y="8539"/>
                </a:lnTo>
                <a:lnTo>
                  <a:pt x="0" y="8539"/>
                </a:lnTo>
                <a:lnTo>
                  <a:pt x="164" y="8539"/>
                </a:lnTo>
                <a:lnTo>
                  <a:pt x="14600" y="8539"/>
                </a:lnTo>
                <a:lnTo>
                  <a:pt x="18910" y="8784"/>
                </a:lnTo>
                <a:lnTo>
                  <a:pt x="23960" y="8539"/>
                </a:lnTo>
                <a:lnTo>
                  <a:pt x="29010" y="8293"/>
                </a:lnTo>
                <a:lnTo>
                  <a:pt x="35178" y="7639"/>
                </a:lnTo>
                <a:lnTo>
                  <a:pt x="41343" y="7067"/>
                </a:lnTo>
                <a:lnTo>
                  <a:pt x="47508" y="6495"/>
                </a:lnTo>
                <a:lnTo>
                  <a:pt x="54539" y="5746"/>
                </a:lnTo>
                <a:lnTo>
                  <a:pt x="60949" y="5109"/>
                </a:lnTo>
                <a:lnTo>
                  <a:pt x="67359" y="4471"/>
                </a:lnTo>
                <a:lnTo>
                  <a:pt x="73135" y="3804"/>
                </a:lnTo>
                <a:lnTo>
                  <a:pt x="79805" y="3241"/>
                </a:lnTo>
                <a:lnTo>
                  <a:pt x="125578" y="668"/>
                </a:lnTo>
                <a:lnTo>
                  <a:pt x="132210" y="431"/>
                </a:lnTo>
                <a:lnTo>
                  <a:pt x="139020" y="197"/>
                </a:lnTo>
                <a:lnTo>
                  <a:pt x="146118" y="32"/>
                </a:lnTo>
                <a:lnTo>
                  <a:pt x="153613" y="0"/>
                </a:lnTo>
                <a:lnTo>
                  <a:pt x="161624" y="137"/>
                </a:lnTo>
                <a:lnTo>
                  <a:pt x="170062" y="403"/>
                </a:lnTo>
                <a:lnTo>
                  <a:pt x="178729" y="746"/>
                </a:lnTo>
                <a:lnTo>
                  <a:pt x="187428" y="1117"/>
                </a:lnTo>
                <a:lnTo>
                  <a:pt x="196181" y="1487"/>
                </a:lnTo>
                <a:lnTo>
                  <a:pt x="240429" y="4498"/>
                </a:lnTo>
                <a:lnTo>
                  <a:pt x="280195" y="8843"/>
                </a:lnTo>
                <a:lnTo>
                  <a:pt x="318331" y="15986"/>
                </a:lnTo>
                <a:lnTo>
                  <a:pt x="325266" y="18141"/>
                </a:lnTo>
                <a:lnTo>
                  <a:pt x="331985" y="19974"/>
                </a:lnTo>
                <a:lnTo>
                  <a:pt x="338704" y="21807"/>
                </a:lnTo>
                <a:lnTo>
                  <a:pt x="345232" y="23699"/>
                </a:lnTo>
                <a:lnTo>
                  <a:pt x="351164" y="25289"/>
                </a:lnTo>
                <a:lnTo>
                  <a:pt x="377774" y="31984"/>
                </a:lnTo>
                <a:lnTo>
                  <a:pt x="379814" y="32478"/>
                </a:lnTo>
              </a:path>
            </a:pathLst>
          </a:custGeom>
          <a:ln w="19049">
            <a:solidFill>
              <a:srgbClr val="E61B1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888181" y="5308022"/>
            <a:ext cx="440055" cy="53340"/>
          </a:xfrm>
          <a:custGeom>
            <a:avLst/>
            <a:gdLst/>
            <a:ahLst/>
            <a:cxnLst/>
            <a:rect l="l" t="t" r="r" b="b"/>
            <a:pathLst>
              <a:path w="440054" h="53339">
                <a:moveTo>
                  <a:pt x="0" y="0"/>
                </a:moveTo>
                <a:lnTo>
                  <a:pt x="490" y="245"/>
                </a:lnTo>
                <a:lnTo>
                  <a:pt x="1555" y="655"/>
                </a:lnTo>
                <a:lnTo>
                  <a:pt x="2944" y="1472"/>
                </a:lnTo>
                <a:lnTo>
                  <a:pt x="4333" y="2289"/>
                </a:lnTo>
                <a:lnTo>
                  <a:pt x="6239" y="3692"/>
                </a:lnTo>
                <a:lnTo>
                  <a:pt x="8331" y="4902"/>
                </a:lnTo>
                <a:lnTo>
                  <a:pt x="10423" y="6111"/>
                </a:lnTo>
                <a:lnTo>
                  <a:pt x="12673" y="7527"/>
                </a:lnTo>
                <a:lnTo>
                  <a:pt x="15497" y="8727"/>
                </a:lnTo>
                <a:lnTo>
                  <a:pt x="18321" y="9927"/>
                </a:lnTo>
                <a:lnTo>
                  <a:pt x="21831" y="11109"/>
                </a:lnTo>
                <a:lnTo>
                  <a:pt x="25278" y="12100"/>
                </a:lnTo>
                <a:lnTo>
                  <a:pt x="28724" y="13092"/>
                </a:lnTo>
                <a:lnTo>
                  <a:pt x="48722" y="16410"/>
                </a:lnTo>
                <a:lnTo>
                  <a:pt x="53423" y="16870"/>
                </a:lnTo>
                <a:lnTo>
                  <a:pt x="59098" y="16935"/>
                </a:lnTo>
                <a:lnTo>
                  <a:pt x="64378" y="17433"/>
                </a:lnTo>
                <a:lnTo>
                  <a:pt x="69656" y="17930"/>
                </a:lnTo>
                <a:lnTo>
                  <a:pt x="74500" y="18229"/>
                </a:lnTo>
                <a:lnTo>
                  <a:pt x="80398" y="19396"/>
                </a:lnTo>
                <a:lnTo>
                  <a:pt x="86295" y="20565"/>
                </a:lnTo>
                <a:lnTo>
                  <a:pt x="93333" y="22646"/>
                </a:lnTo>
                <a:lnTo>
                  <a:pt x="99764" y="24441"/>
                </a:lnTo>
                <a:lnTo>
                  <a:pt x="106196" y="26236"/>
                </a:lnTo>
                <a:lnTo>
                  <a:pt x="112890" y="28364"/>
                </a:lnTo>
                <a:lnTo>
                  <a:pt x="118985" y="30169"/>
                </a:lnTo>
                <a:lnTo>
                  <a:pt x="125080" y="31972"/>
                </a:lnTo>
                <a:lnTo>
                  <a:pt x="130464" y="33763"/>
                </a:lnTo>
                <a:lnTo>
                  <a:pt x="136337" y="35264"/>
                </a:lnTo>
                <a:lnTo>
                  <a:pt x="142209" y="36765"/>
                </a:lnTo>
                <a:lnTo>
                  <a:pt x="148476" y="37837"/>
                </a:lnTo>
                <a:lnTo>
                  <a:pt x="154220" y="39177"/>
                </a:lnTo>
                <a:lnTo>
                  <a:pt x="159964" y="40517"/>
                </a:lnTo>
                <a:lnTo>
                  <a:pt x="165607" y="42028"/>
                </a:lnTo>
                <a:lnTo>
                  <a:pt x="170801" y="43305"/>
                </a:lnTo>
                <a:lnTo>
                  <a:pt x="175995" y="44583"/>
                </a:lnTo>
                <a:lnTo>
                  <a:pt x="180367" y="45812"/>
                </a:lnTo>
                <a:lnTo>
                  <a:pt x="185385" y="46840"/>
                </a:lnTo>
                <a:lnTo>
                  <a:pt x="190402" y="47869"/>
                </a:lnTo>
                <a:lnTo>
                  <a:pt x="195603" y="48748"/>
                </a:lnTo>
                <a:lnTo>
                  <a:pt x="200906" y="49477"/>
                </a:lnTo>
                <a:lnTo>
                  <a:pt x="206209" y="50206"/>
                </a:lnTo>
                <a:lnTo>
                  <a:pt x="234059" y="52211"/>
                </a:lnTo>
                <a:lnTo>
                  <a:pt x="239983" y="52453"/>
                </a:lnTo>
                <a:lnTo>
                  <a:pt x="273589" y="52771"/>
                </a:lnTo>
                <a:lnTo>
                  <a:pt x="281108" y="52775"/>
                </a:lnTo>
                <a:lnTo>
                  <a:pt x="321178" y="51046"/>
                </a:lnTo>
                <a:lnTo>
                  <a:pt x="337130" y="48702"/>
                </a:lnTo>
                <a:lnTo>
                  <a:pt x="344481" y="47437"/>
                </a:lnTo>
                <a:lnTo>
                  <a:pt x="377471" y="40089"/>
                </a:lnTo>
                <a:lnTo>
                  <a:pt x="382775" y="38494"/>
                </a:lnTo>
                <a:lnTo>
                  <a:pt x="388078" y="36899"/>
                </a:lnTo>
                <a:lnTo>
                  <a:pt x="392752" y="35262"/>
                </a:lnTo>
                <a:lnTo>
                  <a:pt x="397105" y="33885"/>
                </a:lnTo>
                <a:lnTo>
                  <a:pt x="401459" y="32509"/>
                </a:lnTo>
                <a:lnTo>
                  <a:pt x="405020" y="31269"/>
                </a:lnTo>
                <a:lnTo>
                  <a:pt x="408893" y="30236"/>
                </a:lnTo>
                <a:lnTo>
                  <a:pt x="412767" y="29204"/>
                </a:lnTo>
                <a:lnTo>
                  <a:pt x="416638" y="28619"/>
                </a:lnTo>
                <a:lnTo>
                  <a:pt x="420349" y="27688"/>
                </a:lnTo>
                <a:lnTo>
                  <a:pt x="438378" y="22346"/>
                </a:lnTo>
                <a:lnTo>
                  <a:pt x="439820" y="21885"/>
                </a:lnTo>
              </a:path>
            </a:pathLst>
          </a:custGeom>
          <a:ln w="19049">
            <a:solidFill>
              <a:srgbClr val="E61B1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6200" y="1123189"/>
            <a:ext cx="10058400" cy="5658611"/>
            <a:chOff x="0" y="1123189"/>
            <a:chExt cx="10058400" cy="5658611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123189"/>
              <a:ext cx="10058400" cy="565861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76193" y="3106673"/>
              <a:ext cx="3139439" cy="91135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560819" y="3113531"/>
              <a:ext cx="605155" cy="818515"/>
            </a:xfrm>
            <a:custGeom>
              <a:avLst/>
              <a:gdLst/>
              <a:ahLst/>
              <a:cxnLst/>
              <a:rect l="l" t="t" r="r" b="b"/>
              <a:pathLst>
                <a:path w="605154" h="818514">
                  <a:moveTo>
                    <a:pt x="184404" y="411480"/>
                  </a:moveTo>
                  <a:lnTo>
                    <a:pt x="145565" y="405812"/>
                  </a:lnTo>
                  <a:lnTo>
                    <a:pt x="84645" y="363664"/>
                  </a:lnTo>
                  <a:lnTo>
                    <a:pt x="57912" y="323088"/>
                  </a:lnTo>
                  <a:lnTo>
                    <a:pt x="62484" y="323088"/>
                  </a:lnTo>
                  <a:lnTo>
                    <a:pt x="59436" y="320040"/>
                  </a:lnTo>
                  <a:lnTo>
                    <a:pt x="25146" y="269938"/>
                  </a:lnTo>
                  <a:lnTo>
                    <a:pt x="13776" y="207954"/>
                  </a:lnTo>
                  <a:lnTo>
                    <a:pt x="13716" y="207264"/>
                  </a:lnTo>
                  <a:lnTo>
                    <a:pt x="18168" y="165354"/>
                  </a:lnTo>
                  <a:lnTo>
                    <a:pt x="31813" y="125349"/>
                  </a:lnTo>
                  <a:lnTo>
                    <a:pt x="54221" y="90249"/>
                  </a:lnTo>
                  <a:lnTo>
                    <a:pt x="85343" y="59436"/>
                  </a:lnTo>
                  <a:lnTo>
                    <a:pt x="124182" y="33432"/>
                  </a:lnTo>
                  <a:lnTo>
                    <a:pt x="167449" y="14859"/>
                  </a:lnTo>
                  <a:lnTo>
                    <a:pt x="215003" y="3714"/>
                  </a:lnTo>
                  <a:lnTo>
                    <a:pt x="266700" y="0"/>
                  </a:lnTo>
                  <a:lnTo>
                    <a:pt x="319801" y="3714"/>
                  </a:lnTo>
                  <a:lnTo>
                    <a:pt x="369189" y="14859"/>
                  </a:lnTo>
                  <a:lnTo>
                    <a:pt x="414575" y="33432"/>
                  </a:lnTo>
                  <a:lnTo>
                    <a:pt x="455676" y="59436"/>
                  </a:lnTo>
                  <a:lnTo>
                    <a:pt x="458724" y="60960"/>
                  </a:lnTo>
                  <a:lnTo>
                    <a:pt x="496736" y="60960"/>
                  </a:lnTo>
                  <a:lnTo>
                    <a:pt x="511651" y="70104"/>
                  </a:lnTo>
                  <a:lnTo>
                    <a:pt x="271272" y="70104"/>
                  </a:lnTo>
                  <a:lnTo>
                    <a:pt x="245377" y="71993"/>
                  </a:lnTo>
                  <a:lnTo>
                    <a:pt x="244323" y="71993"/>
                  </a:lnTo>
                  <a:lnTo>
                    <a:pt x="218884" y="78104"/>
                  </a:lnTo>
                  <a:lnTo>
                    <a:pt x="176784" y="102108"/>
                  </a:lnTo>
                  <a:lnTo>
                    <a:pt x="149352" y="138493"/>
                  </a:lnTo>
                  <a:lnTo>
                    <a:pt x="140208" y="182880"/>
                  </a:lnTo>
                  <a:lnTo>
                    <a:pt x="141636" y="201453"/>
                  </a:lnTo>
                  <a:lnTo>
                    <a:pt x="163067" y="246888"/>
                  </a:lnTo>
                  <a:lnTo>
                    <a:pt x="178816" y="259588"/>
                  </a:lnTo>
                  <a:lnTo>
                    <a:pt x="181356" y="262128"/>
                  </a:lnTo>
                  <a:lnTo>
                    <a:pt x="243840" y="262128"/>
                  </a:lnTo>
                  <a:lnTo>
                    <a:pt x="243840" y="265176"/>
                  </a:lnTo>
                  <a:lnTo>
                    <a:pt x="306619" y="265176"/>
                  </a:lnTo>
                  <a:lnTo>
                    <a:pt x="281749" y="317825"/>
                  </a:lnTo>
                  <a:lnTo>
                    <a:pt x="246006" y="348400"/>
                  </a:lnTo>
                  <a:lnTo>
                    <a:pt x="227916" y="356616"/>
                  </a:lnTo>
                  <a:lnTo>
                    <a:pt x="120396" y="356616"/>
                  </a:lnTo>
                  <a:lnTo>
                    <a:pt x="121920" y="358140"/>
                  </a:lnTo>
                  <a:lnTo>
                    <a:pt x="128016" y="361188"/>
                  </a:lnTo>
                  <a:lnTo>
                    <a:pt x="132588" y="364236"/>
                  </a:lnTo>
                  <a:lnTo>
                    <a:pt x="137160" y="365760"/>
                  </a:lnTo>
                  <a:lnTo>
                    <a:pt x="146875" y="369760"/>
                  </a:lnTo>
                  <a:lnTo>
                    <a:pt x="157734" y="372618"/>
                  </a:lnTo>
                  <a:lnTo>
                    <a:pt x="169735" y="374332"/>
                  </a:lnTo>
                  <a:lnTo>
                    <a:pt x="182880" y="374904"/>
                  </a:lnTo>
                  <a:lnTo>
                    <a:pt x="291007" y="374904"/>
                  </a:lnTo>
                  <a:lnTo>
                    <a:pt x="286512" y="379476"/>
                  </a:lnTo>
                  <a:lnTo>
                    <a:pt x="265628" y="393477"/>
                  </a:lnTo>
                  <a:lnTo>
                    <a:pt x="241744" y="403479"/>
                  </a:lnTo>
                  <a:lnTo>
                    <a:pt x="214717" y="409479"/>
                  </a:lnTo>
                  <a:lnTo>
                    <a:pt x="184404" y="411480"/>
                  </a:lnTo>
                  <a:close/>
                </a:path>
                <a:path w="605154" h="818514">
                  <a:moveTo>
                    <a:pt x="496736" y="60960"/>
                  </a:moveTo>
                  <a:lnTo>
                    <a:pt x="458724" y="60960"/>
                  </a:lnTo>
                  <a:lnTo>
                    <a:pt x="469392" y="44195"/>
                  </a:lnTo>
                  <a:lnTo>
                    <a:pt x="496736" y="60960"/>
                  </a:lnTo>
                  <a:close/>
                </a:path>
                <a:path w="605154" h="818514">
                  <a:moveTo>
                    <a:pt x="551511" y="108204"/>
                  </a:moveTo>
                  <a:lnTo>
                    <a:pt x="374904" y="108204"/>
                  </a:lnTo>
                  <a:lnTo>
                    <a:pt x="365760" y="99060"/>
                  </a:lnTo>
                  <a:lnTo>
                    <a:pt x="346067" y="86820"/>
                  </a:lnTo>
                  <a:lnTo>
                    <a:pt x="323659" y="77723"/>
                  </a:lnTo>
                  <a:lnTo>
                    <a:pt x="298403" y="71993"/>
                  </a:lnTo>
                  <a:lnTo>
                    <a:pt x="297797" y="71993"/>
                  </a:lnTo>
                  <a:lnTo>
                    <a:pt x="271272" y="70104"/>
                  </a:lnTo>
                  <a:lnTo>
                    <a:pt x="511651" y="70104"/>
                  </a:lnTo>
                  <a:lnTo>
                    <a:pt x="514734" y="71993"/>
                  </a:lnTo>
                  <a:lnTo>
                    <a:pt x="550127" y="106009"/>
                  </a:lnTo>
                  <a:lnTo>
                    <a:pt x="551511" y="108204"/>
                  </a:lnTo>
                  <a:close/>
                </a:path>
                <a:path w="605154" h="818514">
                  <a:moveTo>
                    <a:pt x="243840" y="262128"/>
                  </a:moveTo>
                  <a:lnTo>
                    <a:pt x="181356" y="262128"/>
                  </a:lnTo>
                  <a:lnTo>
                    <a:pt x="181356" y="260604"/>
                  </a:lnTo>
                  <a:lnTo>
                    <a:pt x="178816" y="259588"/>
                  </a:lnTo>
                  <a:lnTo>
                    <a:pt x="178308" y="259080"/>
                  </a:lnTo>
                  <a:lnTo>
                    <a:pt x="176784" y="256032"/>
                  </a:lnTo>
                  <a:lnTo>
                    <a:pt x="175260" y="254508"/>
                  </a:lnTo>
                  <a:lnTo>
                    <a:pt x="165496" y="240458"/>
                  </a:lnTo>
                  <a:lnTo>
                    <a:pt x="158877" y="225552"/>
                  </a:lnTo>
                  <a:lnTo>
                    <a:pt x="155114" y="209502"/>
                  </a:lnTo>
                  <a:lnTo>
                    <a:pt x="153969" y="192694"/>
                  </a:lnTo>
                  <a:lnTo>
                    <a:pt x="153924" y="192024"/>
                  </a:lnTo>
                  <a:lnTo>
                    <a:pt x="163068" y="147637"/>
                  </a:lnTo>
                  <a:lnTo>
                    <a:pt x="190500" y="111252"/>
                  </a:lnTo>
                  <a:lnTo>
                    <a:pt x="231457" y="87248"/>
                  </a:lnTo>
                  <a:lnTo>
                    <a:pt x="280416" y="79247"/>
                  </a:lnTo>
                  <a:lnTo>
                    <a:pt x="303799" y="80652"/>
                  </a:lnTo>
                  <a:lnTo>
                    <a:pt x="325755" y="84772"/>
                  </a:lnTo>
                  <a:lnTo>
                    <a:pt x="345995" y="91463"/>
                  </a:lnTo>
                  <a:lnTo>
                    <a:pt x="364236" y="100584"/>
                  </a:lnTo>
                  <a:lnTo>
                    <a:pt x="374904" y="108204"/>
                  </a:lnTo>
                  <a:lnTo>
                    <a:pt x="551511" y="108204"/>
                  </a:lnTo>
                  <a:lnTo>
                    <a:pt x="558238" y="118871"/>
                  </a:lnTo>
                  <a:lnTo>
                    <a:pt x="281940" y="118871"/>
                  </a:lnTo>
                  <a:lnTo>
                    <a:pt x="263366" y="120276"/>
                  </a:lnTo>
                  <a:lnTo>
                    <a:pt x="217932" y="140208"/>
                  </a:lnTo>
                  <a:lnTo>
                    <a:pt x="193714" y="179641"/>
                  </a:lnTo>
                  <a:lnTo>
                    <a:pt x="192024" y="195071"/>
                  </a:lnTo>
                  <a:lnTo>
                    <a:pt x="195191" y="214741"/>
                  </a:lnTo>
                  <a:lnTo>
                    <a:pt x="204787" y="232410"/>
                  </a:lnTo>
                  <a:lnTo>
                    <a:pt x="220956" y="247792"/>
                  </a:lnTo>
                  <a:lnTo>
                    <a:pt x="243840" y="260604"/>
                  </a:lnTo>
                  <a:lnTo>
                    <a:pt x="243840" y="262128"/>
                  </a:lnTo>
                  <a:close/>
                </a:path>
                <a:path w="605154" h="818514">
                  <a:moveTo>
                    <a:pt x="560832" y="771144"/>
                  </a:moveTo>
                  <a:lnTo>
                    <a:pt x="0" y="771144"/>
                  </a:lnTo>
                  <a:lnTo>
                    <a:pt x="12549" y="717923"/>
                  </a:lnTo>
                  <a:lnTo>
                    <a:pt x="29527" y="669988"/>
                  </a:lnTo>
                  <a:lnTo>
                    <a:pt x="50792" y="626911"/>
                  </a:lnTo>
                  <a:lnTo>
                    <a:pt x="76200" y="588264"/>
                  </a:lnTo>
                  <a:lnTo>
                    <a:pt x="107108" y="554545"/>
                  </a:lnTo>
                  <a:lnTo>
                    <a:pt x="142875" y="524256"/>
                  </a:lnTo>
                  <a:lnTo>
                    <a:pt x="183784" y="497395"/>
                  </a:lnTo>
                  <a:lnTo>
                    <a:pt x="230124" y="473964"/>
                  </a:lnTo>
                  <a:lnTo>
                    <a:pt x="273224" y="437959"/>
                  </a:lnTo>
                  <a:lnTo>
                    <a:pt x="308610" y="407670"/>
                  </a:lnTo>
                  <a:lnTo>
                    <a:pt x="355092" y="364236"/>
                  </a:lnTo>
                  <a:lnTo>
                    <a:pt x="380214" y="329922"/>
                  </a:lnTo>
                  <a:lnTo>
                    <a:pt x="398335" y="293179"/>
                  </a:lnTo>
                  <a:lnTo>
                    <a:pt x="409313" y="253865"/>
                  </a:lnTo>
                  <a:lnTo>
                    <a:pt x="413004" y="211836"/>
                  </a:lnTo>
                  <a:lnTo>
                    <a:pt x="413004" y="198119"/>
                  </a:lnTo>
                  <a:lnTo>
                    <a:pt x="381595" y="159377"/>
                  </a:lnTo>
                  <a:lnTo>
                    <a:pt x="318206" y="123420"/>
                  </a:lnTo>
                  <a:lnTo>
                    <a:pt x="281940" y="118871"/>
                  </a:lnTo>
                  <a:lnTo>
                    <a:pt x="558238" y="118871"/>
                  </a:lnTo>
                  <a:lnTo>
                    <a:pt x="568810" y="135636"/>
                  </a:lnTo>
                  <a:lnTo>
                    <a:pt x="524256" y="135636"/>
                  </a:lnTo>
                  <a:lnTo>
                    <a:pt x="527304" y="141732"/>
                  </a:lnTo>
                  <a:lnTo>
                    <a:pt x="536424" y="162853"/>
                  </a:lnTo>
                  <a:lnTo>
                    <a:pt x="543115" y="184975"/>
                  </a:lnTo>
                  <a:lnTo>
                    <a:pt x="547111" y="207264"/>
                  </a:lnTo>
                  <a:lnTo>
                    <a:pt x="547235" y="207954"/>
                  </a:lnTo>
                  <a:lnTo>
                    <a:pt x="544459" y="269938"/>
                  </a:lnTo>
                  <a:lnTo>
                    <a:pt x="531507" y="309020"/>
                  </a:lnTo>
                  <a:lnTo>
                    <a:pt x="510131" y="345894"/>
                  </a:lnTo>
                  <a:lnTo>
                    <a:pt x="480251" y="381488"/>
                  </a:lnTo>
                  <a:lnTo>
                    <a:pt x="441893" y="415749"/>
                  </a:lnTo>
                  <a:lnTo>
                    <a:pt x="395084" y="448624"/>
                  </a:lnTo>
                  <a:lnTo>
                    <a:pt x="339852" y="480060"/>
                  </a:lnTo>
                  <a:lnTo>
                    <a:pt x="227290" y="552426"/>
                  </a:lnTo>
                  <a:lnTo>
                    <a:pt x="191452" y="581977"/>
                  </a:lnTo>
                  <a:lnTo>
                    <a:pt x="159329" y="615815"/>
                  </a:lnTo>
                  <a:lnTo>
                    <a:pt x="131064" y="653796"/>
                  </a:lnTo>
                  <a:lnTo>
                    <a:pt x="123443" y="664464"/>
                  </a:lnTo>
                  <a:lnTo>
                    <a:pt x="560832" y="664464"/>
                  </a:lnTo>
                  <a:lnTo>
                    <a:pt x="560832" y="771144"/>
                  </a:lnTo>
                  <a:close/>
                </a:path>
                <a:path w="605154" h="818514">
                  <a:moveTo>
                    <a:pt x="173736" y="664464"/>
                  </a:moveTo>
                  <a:lnTo>
                    <a:pt x="132588" y="664464"/>
                  </a:lnTo>
                  <a:lnTo>
                    <a:pt x="159186" y="625316"/>
                  </a:lnTo>
                  <a:lnTo>
                    <a:pt x="195643" y="587883"/>
                  </a:lnTo>
                  <a:lnTo>
                    <a:pt x="242101" y="552164"/>
                  </a:lnTo>
                  <a:lnTo>
                    <a:pt x="298704" y="518160"/>
                  </a:lnTo>
                  <a:lnTo>
                    <a:pt x="377952" y="475488"/>
                  </a:lnTo>
                  <a:lnTo>
                    <a:pt x="421647" y="449175"/>
                  </a:lnTo>
                  <a:lnTo>
                    <a:pt x="458914" y="422719"/>
                  </a:lnTo>
                  <a:lnTo>
                    <a:pt x="489608" y="395978"/>
                  </a:lnTo>
                  <a:lnTo>
                    <a:pt x="531590" y="340518"/>
                  </a:lnTo>
                  <a:lnTo>
                    <a:pt x="552164" y="278796"/>
                  </a:lnTo>
                  <a:lnTo>
                    <a:pt x="554549" y="247792"/>
                  </a:lnTo>
                  <a:lnTo>
                    <a:pt x="554618" y="246888"/>
                  </a:lnTo>
                  <a:lnTo>
                    <a:pt x="554687" y="244554"/>
                  </a:lnTo>
                  <a:lnTo>
                    <a:pt x="553100" y="218313"/>
                  </a:lnTo>
                  <a:lnTo>
                    <a:pt x="552973" y="216217"/>
                  </a:lnTo>
                  <a:lnTo>
                    <a:pt x="547497" y="188214"/>
                  </a:lnTo>
                  <a:lnTo>
                    <a:pt x="538019" y="161353"/>
                  </a:lnTo>
                  <a:lnTo>
                    <a:pt x="524256" y="135636"/>
                  </a:lnTo>
                  <a:lnTo>
                    <a:pt x="568810" y="135636"/>
                  </a:lnTo>
                  <a:lnTo>
                    <a:pt x="575499" y="146243"/>
                  </a:lnTo>
                  <a:lnTo>
                    <a:pt x="590775" y="192694"/>
                  </a:lnTo>
                  <a:lnTo>
                    <a:pt x="595805" y="244554"/>
                  </a:lnTo>
                  <a:lnTo>
                    <a:pt x="595884" y="245364"/>
                  </a:lnTo>
                  <a:lnTo>
                    <a:pt x="591876" y="288840"/>
                  </a:lnTo>
                  <a:lnTo>
                    <a:pt x="579870" y="330423"/>
                  </a:lnTo>
                  <a:lnTo>
                    <a:pt x="559894" y="370087"/>
                  </a:lnTo>
                  <a:lnTo>
                    <a:pt x="532074" y="407670"/>
                  </a:lnTo>
                  <a:lnTo>
                    <a:pt x="496135" y="443550"/>
                  </a:lnTo>
                  <a:lnTo>
                    <a:pt x="452405" y="477296"/>
                  </a:lnTo>
                  <a:lnTo>
                    <a:pt x="400812" y="509016"/>
                  </a:lnTo>
                  <a:lnTo>
                    <a:pt x="321564" y="551688"/>
                  </a:lnTo>
                  <a:lnTo>
                    <a:pt x="266104" y="583668"/>
                  </a:lnTo>
                  <a:lnTo>
                    <a:pt x="223075" y="613219"/>
                  </a:lnTo>
                  <a:lnTo>
                    <a:pt x="192333" y="640199"/>
                  </a:lnTo>
                  <a:lnTo>
                    <a:pt x="173736" y="664464"/>
                  </a:lnTo>
                  <a:close/>
                </a:path>
                <a:path w="605154" h="818514">
                  <a:moveTo>
                    <a:pt x="306619" y="265176"/>
                  </a:moveTo>
                  <a:lnTo>
                    <a:pt x="243840" y="265176"/>
                  </a:lnTo>
                  <a:lnTo>
                    <a:pt x="251460" y="262128"/>
                  </a:lnTo>
                  <a:lnTo>
                    <a:pt x="260365" y="257222"/>
                  </a:lnTo>
                  <a:lnTo>
                    <a:pt x="268986" y="251460"/>
                  </a:lnTo>
                  <a:lnTo>
                    <a:pt x="277606" y="244554"/>
                  </a:lnTo>
                  <a:lnTo>
                    <a:pt x="286512" y="236219"/>
                  </a:lnTo>
                  <a:lnTo>
                    <a:pt x="310896" y="246888"/>
                  </a:lnTo>
                  <a:lnTo>
                    <a:pt x="306619" y="265176"/>
                  </a:lnTo>
                  <a:close/>
                </a:path>
                <a:path w="605154" h="818514">
                  <a:moveTo>
                    <a:pt x="291007" y="374904"/>
                  </a:moveTo>
                  <a:lnTo>
                    <a:pt x="182880" y="374904"/>
                  </a:lnTo>
                  <a:lnTo>
                    <a:pt x="230314" y="367784"/>
                  </a:lnTo>
                  <a:lnTo>
                    <a:pt x="267462" y="346519"/>
                  </a:lnTo>
                  <a:lnTo>
                    <a:pt x="294322" y="311253"/>
                  </a:lnTo>
                  <a:lnTo>
                    <a:pt x="310896" y="262128"/>
                  </a:lnTo>
                  <a:lnTo>
                    <a:pt x="345948" y="272795"/>
                  </a:lnTo>
                  <a:lnTo>
                    <a:pt x="334518" y="307681"/>
                  </a:lnTo>
                  <a:lnTo>
                    <a:pt x="320802" y="336994"/>
                  </a:lnTo>
                  <a:lnTo>
                    <a:pt x="304800" y="360878"/>
                  </a:lnTo>
                  <a:lnTo>
                    <a:pt x="291007" y="374904"/>
                  </a:lnTo>
                  <a:close/>
                </a:path>
                <a:path w="605154" h="818514">
                  <a:moveTo>
                    <a:pt x="176784" y="365760"/>
                  </a:moveTo>
                  <a:lnTo>
                    <a:pt x="164234" y="365212"/>
                  </a:lnTo>
                  <a:lnTo>
                    <a:pt x="151828" y="363664"/>
                  </a:lnTo>
                  <a:lnTo>
                    <a:pt x="139440" y="361188"/>
                  </a:lnTo>
                  <a:lnTo>
                    <a:pt x="128016" y="358140"/>
                  </a:lnTo>
                  <a:lnTo>
                    <a:pt x="120396" y="356616"/>
                  </a:lnTo>
                  <a:lnTo>
                    <a:pt x="227916" y="356616"/>
                  </a:lnTo>
                  <a:lnTo>
                    <a:pt x="224980" y="357949"/>
                  </a:lnTo>
                  <a:lnTo>
                    <a:pt x="202423" y="363664"/>
                  </a:lnTo>
                  <a:lnTo>
                    <a:pt x="203470" y="363664"/>
                  </a:lnTo>
                  <a:lnTo>
                    <a:pt x="176784" y="365760"/>
                  </a:lnTo>
                  <a:close/>
                </a:path>
                <a:path w="605154" h="818514">
                  <a:moveTo>
                    <a:pt x="560832" y="664464"/>
                  </a:moveTo>
                  <a:lnTo>
                    <a:pt x="341376" y="664464"/>
                  </a:lnTo>
                  <a:lnTo>
                    <a:pt x="390501" y="663606"/>
                  </a:lnTo>
                  <a:lnTo>
                    <a:pt x="430339" y="661035"/>
                  </a:lnTo>
                  <a:lnTo>
                    <a:pt x="481584" y="650748"/>
                  </a:lnTo>
                  <a:lnTo>
                    <a:pt x="519303" y="609171"/>
                  </a:lnTo>
                  <a:lnTo>
                    <a:pt x="527304" y="585216"/>
                  </a:lnTo>
                  <a:lnTo>
                    <a:pt x="560832" y="585216"/>
                  </a:lnTo>
                  <a:lnTo>
                    <a:pt x="560832" y="664464"/>
                  </a:lnTo>
                  <a:close/>
                </a:path>
                <a:path w="605154" h="818514">
                  <a:moveTo>
                    <a:pt x="605028" y="818388"/>
                  </a:moveTo>
                  <a:lnTo>
                    <a:pt x="60960" y="818388"/>
                  </a:lnTo>
                  <a:lnTo>
                    <a:pt x="45720" y="778764"/>
                  </a:lnTo>
                  <a:lnTo>
                    <a:pt x="565404" y="778764"/>
                  </a:lnTo>
                  <a:lnTo>
                    <a:pt x="565404" y="606552"/>
                  </a:lnTo>
                  <a:lnTo>
                    <a:pt x="605028" y="606552"/>
                  </a:lnTo>
                  <a:lnTo>
                    <a:pt x="605028" y="818388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06539" y="3720083"/>
              <a:ext cx="559435" cy="212090"/>
            </a:xfrm>
            <a:custGeom>
              <a:avLst/>
              <a:gdLst/>
              <a:ahLst/>
              <a:cxnLst/>
              <a:rect l="l" t="t" r="r" b="b"/>
              <a:pathLst>
                <a:path w="559434" h="212089">
                  <a:moveTo>
                    <a:pt x="519684" y="0"/>
                  </a:moveTo>
                  <a:lnTo>
                    <a:pt x="559308" y="0"/>
                  </a:lnTo>
                  <a:lnTo>
                    <a:pt x="559308" y="211836"/>
                  </a:lnTo>
                  <a:lnTo>
                    <a:pt x="15240" y="211836"/>
                  </a:lnTo>
                  <a:lnTo>
                    <a:pt x="0" y="172211"/>
                  </a:lnTo>
                  <a:lnTo>
                    <a:pt x="519684" y="172211"/>
                  </a:lnTo>
                  <a:lnTo>
                    <a:pt x="519684" y="0"/>
                  </a:lnTo>
                  <a:close/>
                </a:path>
              </a:pathLst>
            </a:custGeom>
            <a:ln w="76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6557009" y="3109722"/>
            <a:ext cx="603885" cy="779145"/>
            <a:chOff x="6557009" y="3109722"/>
            <a:chExt cx="603885" cy="779145"/>
          </a:xfrm>
        </p:grpSpPr>
        <p:sp>
          <p:nvSpPr>
            <p:cNvPr id="8" name="object 8"/>
            <p:cNvSpPr/>
            <p:nvPr/>
          </p:nvSpPr>
          <p:spPr>
            <a:xfrm>
              <a:off x="6684263" y="3249168"/>
              <a:ext cx="431800" cy="528955"/>
            </a:xfrm>
            <a:custGeom>
              <a:avLst/>
              <a:gdLst/>
              <a:ahLst/>
              <a:cxnLst/>
              <a:rect l="l" t="t" r="r" b="b"/>
              <a:pathLst>
                <a:path w="431800" h="528954">
                  <a:moveTo>
                    <a:pt x="400812" y="0"/>
                  </a:moveTo>
                  <a:lnTo>
                    <a:pt x="419671" y="49339"/>
                  </a:lnTo>
                  <a:lnTo>
                    <a:pt x="425196" y="96011"/>
                  </a:lnTo>
                  <a:lnTo>
                    <a:pt x="420908" y="135284"/>
                  </a:lnTo>
                  <a:lnTo>
                    <a:pt x="408063" y="173384"/>
                  </a:lnTo>
                  <a:lnTo>
                    <a:pt x="386687" y="210258"/>
                  </a:lnTo>
                  <a:lnTo>
                    <a:pt x="356807" y="245852"/>
                  </a:lnTo>
                  <a:lnTo>
                    <a:pt x="318449" y="280113"/>
                  </a:lnTo>
                  <a:lnTo>
                    <a:pt x="271640" y="312988"/>
                  </a:lnTo>
                  <a:lnTo>
                    <a:pt x="216408" y="344423"/>
                  </a:lnTo>
                  <a:lnTo>
                    <a:pt x="143256" y="391667"/>
                  </a:lnTo>
                  <a:lnTo>
                    <a:pt x="103846" y="416790"/>
                  </a:lnTo>
                  <a:lnTo>
                    <a:pt x="68008" y="446341"/>
                  </a:lnTo>
                  <a:lnTo>
                    <a:pt x="35885" y="480179"/>
                  </a:lnTo>
                  <a:lnTo>
                    <a:pt x="7620" y="518159"/>
                  </a:lnTo>
                  <a:lnTo>
                    <a:pt x="0" y="528827"/>
                  </a:lnTo>
                  <a:lnTo>
                    <a:pt x="9144" y="528827"/>
                  </a:lnTo>
                  <a:lnTo>
                    <a:pt x="35742" y="489680"/>
                  </a:lnTo>
                  <a:lnTo>
                    <a:pt x="72199" y="452246"/>
                  </a:lnTo>
                  <a:lnTo>
                    <a:pt x="118657" y="416528"/>
                  </a:lnTo>
                  <a:lnTo>
                    <a:pt x="175260" y="382523"/>
                  </a:lnTo>
                  <a:lnTo>
                    <a:pt x="254508" y="339851"/>
                  </a:lnTo>
                  <a:lnTo>
                    <a:pt x="298203" y="313539"/>
                  </a:lnTo>
                  <a:lnTo>
                    <a:pt x="335470" y="287083"/>
                  </a:lnTo>
                  <a:lnTo>
                    <a:pt x="366164" y="260342"/>
                  </a:lnTo>
                  <a:lnTo>
                    <a:pt x="408146" y="204882"/>
                  </a:lnTo>
                  <a:lnTo>
                    <a:pt x="428720" y="143160"/>
                  </a:lnTo>
                  <a:lnTo>
                    <a:pt x="431292" y="109728"/>
                  </a:lnTo>
                  <a:lnTo>
                    <a:pt x="429529" y="80581"/>
                  </a:lnTo>
                  <a:lnTo>
                    <a:pt x="424053" y="52577"/>
                  </a:lnTo>
                  <a:lnTo>
                    <a:pt x="414575" y="25717"/>
                  </a:lnTo>
                  <a:lnTo>
                    <a:pt x="400812" y="0"/>
                  </a:lnTo>
                  <a:close/>
                </a:path>
              </a:pathLst>
            </a:custGeom>
            <a:ln w="76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97217" y="3179826"/>
              <a:ext cx="242315" cy="19964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560819" y="3113532"/>
              <a:ext cx="596265" cy="771525"/>
            </a:xfrm>
            <a:custGeom>
              <a:avLst/>
              <a:gdLst/>
              <a:ahLst/>
              <a:cxnLst/>
              <a:rect l="l" t="t" r="r" b="b"/>
              <a:pathLst>
                <a:path w="596265" h="771525">
                  <a:moveTo>
                    <a:pt x="266700" y="0"/>
                  </a:moveTo>
                  <a:lnTo>
                    <a:pt x="319801" y="3714"/>
                  </a:lnTo>
                  <a:lnTo>
                    <a:pt x="369189" y="14859"/>
                  </a:lnTo>
                  <a:lnTo>
                    <a:pt x="414575" y="33432"/>
                  </a:lnTo>
                  <a:lnTo>
                    <a:pt x="455676" y="59436"/>
                  </a:lnTo>
                  <a:lnTo>
                    <a:pt x="458724" y="60960"/>
                  </a:lnTo>
                  <a:lnTo>
                    <a:pt x="514734" y="71993"/>
                  </a:lnTo>
                  <a:lnTo>
                    <a:pt x="550127" y="106009"/>
                  </a:lnTo>
                  <a:lnTo>
                    <a:pt x="575498" y="146243"/>
                  </a:lnTo>
                  <a:lnTo>
                    <a:pt x="590775" y="192694"/>
                  </a:lnTo>
                  <a:lnTo>
                    <a:pt x="595884" y="245364"/>
                  </a:lnTo>
                  <a:lnTo>
                    <a:pt x="591876" y="288840"/>
                  </a:lnTo>
                  <a:lnTo>
                    <a:pt x="579870" y="330423"/>
                  </a:lnTo>
                  <a:lnTo>
                    <a:pt x="559894" y="370087"/>
                  </a:lnTo>
                  <a:lnTo>
                    <a:pt x="531973" y="407805"/>
                  </a:lnTo>
                  <a:lnTo>
                    <a:pt x="496135" y="443550"/>
                  </a:lnTo>
                  <a:lnTo>
                    <a:pt x="452405" y="477296"/>
                  </a:lnTo>
                  <a:lnTo>
                    <a:pt x="400812" y="509015"/>
                  </a:lnTo>
                  <a:lnTo>
                    <a:pt x="321564" y="551687"/>
                  </a:lnTo>
                  <a:lnTo>
                    <a:pt x="266104" y="583668"/>
                  </a:lnTo>
                  <a:lnTo>
                    <a:pt x="223075" y="613219"/>
                  </a:lnTo>
                  <a:lnTo>
                    <a:pt x="192333" y="640199"/>
                  </a:lnTo>
                  <a:lnTo>
                    <a:pt x="173736" y="664463"/>
                  </a:lnTo>
                  <a:lnTo>
                    <a:pt x="341376" y="664463"/>
                  </a:lnTo>
                  <a:lnTo>
                    <a:pt x="390501" y="663606"/>
                  </a:lnTo>
                  <a:lnTo>
                    <a:pt x="430339" y="661034"/>
                  </a:lnTo>
                  <a:lnTo>
                    <a:pt x="481584" y="650747"/>
                  </a:lnTo>
                  <a:lnTo>
                    <a:pt x="519303" y="609171"/>
                  </a:lnTo>
                  <a:lnTo>
                    <a:pt x="527304" y="585215"/>
                  </a:lnTo>
                  <a:lnTo>
                    <a:pt x="560832" y="585215"/>
                  </a:lnTo>
                  <a:lnTo>
                    <a:pt x="560832" y="771144"/>
                  </a:lnTo>
                  <a:lnTo>
                    <a:pt x="0" y="771144"/>
                  </a:lnTo>
                  <a:lnTo>
                    <a:pt x="12549" y="717923"/>
                  </a:lnTo>
                  <a:lnTo>
                    <a:pt x="29527" y="669988"/>
                  </a:lnTo>
                  <a:lnTo>
                    <a:pt x="50792" y="626911"/>
                  </a:lnTo>
                  <a:lnTo>
                    <a:pt x="76200" y="588263"/>
                  </a:lnTo>
                  <a:lnTo>
                    <a:pt x="107108" y="554545"/>
                  </a:lnTo>
                  <a:lnTo>
                    <a:pt x="142874" y="524255"/>
                  </a:lnTo>
                  <a:lnTo>
                    <a:pt x="183784" y="497395"/>
                  </a:lnTo>
                  <a:lnTo>
                    <a:pt x="230124" y="473963"/>
                  </a:lnTo>
                  <a:lnTo>
                    <a:pt x="273224" y="437959"/>
                  </a:lnTo>
                  <a:lnTo>
                    <a:pt x="308610" y="407669"/>
                  </a:lnTo>
                  <a:lnTo>
                    <a:pt x="355092" y="364235"/>
                  </a:lnTo>
                  <a:lnTo>
                    <a:pt x="380214" y="329922"/>
                  </a:lnTo>
                  <a:lnTo>
                    <a:pt x="398335" y="293179"/>
                  </a:lnTo>
                  <a:lnTo>
                    <a:pt x="409313" y="253865"/>
                  </a:lnTo>
                  <a:lnTo>
                    <a:pt x="413004" y="211836"/>
                  </a:lnTo>
                  <a:lnTo>
                    <a:pt x="413004" y="210312"/>
                  </a:lnTo>
                  <a:lnTo>
                    <a:pt x="413004" y="207264"/>
                  </a:lnTo>
                  <a:lnTo>
                    <a:pt x="413004" y="204215"/>
                  </a:lnTo>
                  <a:lnTo>
                    <a:pt x="413004" y="198119"/>
                  </a:lnTo>
                  <a:lnTo>
                    <a:pt x="408432" y="190499"/>
                  </a:lnTo>
                  <a:lnTo>
                    <a:pt x="381595" y="159377"/>
                  </a:lnTo>
                  <a:lnTo>
                    <a:pt x="351472" y="136969"/>
                  </a:lnTo>
                  <a:lnTo>
                    <a:pt x="318206" y="123420"/>
                  </a:lnTo>
                  <a:lnTo>
                    <a:pt x="281940" y="118871"/>
                  </a:lnTo>
                  <a:lnTo>
                    <a:pt x="263366" y="120276"/>
                  </a:lnTo>
                  <a:lnTo>
                    <a:pt x="217932" y="140208"/>
                  </a:lnTo>
                  <a:lnTo>
                    <a:pt x="193714" y="179641"/>
                  </a:lnTo>
                  <a:lnTo>
                    <a:pt x="192024" y="195071"/>
                  </a:lnTo>
                  <a:lnTo>
                    <a:pt x="195191" y="214741"/>
                  </a:lnTo>
                  <a:lnTo>
                    <a:pt x="204787" y="232410"/>
                  </a:lnTo>
                  <a:lnTo>
                    <a:pt x="220956" y="247792"/>
                  </a:lnTo>
                  <a:lnTo>
                    <a:pt x="243840" y="260603"/>
                  </a:lnTo>
                  <a:lnTo>
                    <a:pt x="243840" y="265175"/>
                  </a:lnTo>
                  <a:lnTo>
                    <a:pt x="277606" y="244554"/>
                  </a:lnTo>
                  <a:lnTo>
                    <a:pt x="286512" y="236219"/>
                  </a:lnTo>
                  <a:lnTo>
                    <a:pt x="310896" y="246888"/>
                  </a:lnTo>
                  <a:lnTo>
                    <a:pt x="294894" y="297370"/>
                  </a:lnTo>
                  <a:lnTo>
                    <a:pt x="265176" y="335279"/>
                  </a:lnTo>
                  <a:lnTo>
                    <a:pt x="224980" y="357949"/>
                  </a:lnTo>
                  <a:lnTo>
                    <a:pt x="176784" y="365759"/>
                  </a:lnTo>
                  <a:lnTo>
                    <a:pt x="164234" y="365212"/>
                  </a:lnTo>
                  <a:lnTo>
                    <a:pt x="151828" y="363664"/>
                  </a:lnTo>
                  <a:lnTo>
                    <a:pt x="139707" y="361259"/>
                  </a:lnTo>
                  <a:lnTo>
                    <a:pt x="128016" y="358139"/>
                  </a:lnTo>
                  <a:lnTo>
                    <a:pt x="120396" y="356615"/>
                  </a:lnTo>
                  <a:lnTo>
                    <a:pt x="121920" y="358139"/>
                  </a:lnTo>
                  <a:lnTo>
                    <a:pt x="128016" y="361187"/>
                  </a:lnTo>
                  <a:lnTo>
                    <a:pt x="132588" y="364235"/>
                  </a:lnTo>
                  <a:lnTo>
                    <a:pt x="137160" y="365759"/>
                  </a:lnTo>
                  <a:lnTo>
                    <a:pt x="146875" y="369760"/>
                  </a:lnTo>
                  <a:lnTo>
                    <a:pt x="157734" y="372618"/>
                  </a:lnTo>
                  <a:lnTo>
                    <a:pt x="169735" y="374332"/>
                  </a:lnTo>
                  <a:lnTo>
                    <a:pt x="182880" y="374903"/>
                  </a:lnTo>
                  <a:lnTo>
                    <a:pt x="230314" y="367784"/>
                  </a:lnTo>
                  <a:lnTo>
                    <a:pt x="267462" y="346519"/>
                  </a:lnTo>
                  <a:lnTo>
                    <a:pt x="294322" y="311253"/>
                  </a:lnTo>
                  <a:lnTo>
                    <a:pt x="310896" y="262127"/>
                  </a:lnTo>
                  <a:lnTo>
                    <a:pt x="345948" y="272795"/>
                  </a:lnTo>
                  <a:lnTo>
                    <a:pt x="320802" y="336994"/>
                  </a:lnTo>
                  <a:lnTo>
                    <a:pt x="286512" y="379475"/>
                  </a:lnTo>
                  <a:lnTo>
                    <a:pt x="241744" y="403478"/>
                  </a:lnTo>
                  <a:lnTo>
                    <a:pt x="184404" y="411479"/>
                  </a:lnTo>
                  <a:lnTo>
                    <a:pt x="145565" y="405812"/>
                  </a:lnTo>
                  <a:lnTo>
                    <a:pt x="111442" y="389000"/>
                  </a:lnTo>
                  <a:lnTo>
                    <a:pt x="82176" y="361330"/>
                  </a:lnTo>
                  <a:lnTo>
                    <a:pt x="57912" y="323087"/>
                  </a:lnTo>
                  <a:lnTo>
                    <a:pt x="62484" y="323087"/>
                  </a:lnTo>
                  <a:lnTo>
                    <a:pt x="59436" y="320039"/>
                  </a:lnTo>
                  <a:lnTo>
                    <a:pt x="39433" y="296632"/>
                  </a:lnTo>
                  <a:lnTo>
                    <a:pt x="25146" y="269938"/>
                  </a:lnTo>
                  <a:lnTo>
                    <a:pt x="16573" y="240101"/>
                  </a:lnTo>
                  <a:lnTo>
                    <a:pt x="13716" y="207264"/>
                  </a:lnTo>
                  <a:lnTo>
                    <a:pt x="18264" y="164449"/>
                  </a:lnTo>
                  <a:lnTo>
                    <a:pt x="31813" y="125349"/>
                  </a:lnTo>
                  <a:lnTo>
                    <a:pt x="54221" y="90249"/>
                  </a:lnTo>
                  <a:lnTo>
                    <a:pt x="85343" y="59436"/>
                  </a:lnTo>
                  <a:lnTo>
                    <a:pt x="124182" y="33432"/>
                  </a:lnTo>
                  <a:lnTo>
                    <a:pt x="167449" y="14859"/>
                  </a:lnTo>
                  <a:lnTo>
                    <a:pt x="215003" y="3714"/>
                  </a:lnTo>
                  <a:lnTo>
                    <a:pt x="266700" y="0"/>
                  </a:lnTo>
                  <a:close/>
                </a:path>
              </a:pathLst>
            </a:custGeom>
            <a:ln w="76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49502" y="4313682"/>
            <a:ext cx="7630668" cy="44043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52232" y="1057655"/>
            <a:ext cx="2106167" cy="694943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6580909" y="4013658"/>
            <a:ext cx="566420" cy="48895"/>
          </a:xfrm>
          <a:custGeom>
            <a:avLst/>
            <a:gdLst/>
            <a:ahLst/>
            <a:cxnLst/>
            <a:rect l="l" t="t" r="r" b="b"/>
            <a:pathLst>
              <a:path w="566420" h="48895">
                <a:moveTo>
                  <a:pt x="0" y="12818"/>
                </a:moveTo>
                <a:lnTo>
                  <a:pt x="0" y="12818"/>
                </a:lnTo>
                <a:lnTo>
                  <a:pt x="12461" y="12818"/>
                </a:lnTo>
                <a:lnTo>
                  <a:pt x="15211" y="12573"/>
                </a:lnTo>
                <a:lnTo>
                  <a:pt x="18474" y="12818"/>
                </a:lnTo>
                <a:lnTo>
                  <a:pt x="21736" y="13064"/>
                </a:lnTo>
                <a:lnTo>
                  <a:pt x="25830" y="13719"/>
                </a:lnTo>
                <a:lnTo>
                  <a:pt x="29774" y="14290"/>
                </a:lnTo>
                <a:lnTo>
                  <a:pt x="33719" y="14863"/>
                </a:lnTo>
                <a:lnTo>
                  <a:pt x="38034" y="15611"/>
                </a:lnTo>
                <a:lnTo>
                  <a:pt x="42140" y="16249"/>
                </a:lnTo>
                <a:lnTo>
                  <a:pt x="46246" y="16886"/>
                </a:lnTo>
                <a:lnTo>
                  <a:pt x="50182" y="17554"/>
                </a:lnTo>
                <a:lnTo>
                  <a:pt x="54407" y="18117"/>
                </a:lnTo>
                <a:lnTo>
                  <a:pt x="58631" y="18679"/>
                </a:lnTo>
                <a:lnTo>
                  <a:pt x="63182" y="18948"/>
                </a:lnTo>
                <a:lnTo>
                  <a:pt x="67484" y="19622"/>
                </a:lnTo>
                <a:lnTo>
                  <a:pt x="71785" y="20296"/>
                </a:lnTo>
                <a:lnTo>
                  <a:pt x="76115" y="21301"/>
                </a:lnTo>
                <a:lnTo>
                  <a:pt x="80214" y="22162"/>
                </a:lnTo>
                <a:lnTo>
                  <a:pt x="84313" y="23023"/>
                </a:lnTo>
                <a:lnTo>
                  <a:pt x="88041" y="23734"/>
                </a:lnTo>
                <a:lnTo>
                  <a:pt x="92079" y="24788"/>
                </a:lnTo>
                <a:lnTo>
                  <a:pt x="96117" y="25841"/>
                </a:lnTo>
                <a:lnTo>
                  <a:pt x="99892" y="27266"/>
                </a:lnTo>
                <a:lnTo>
                  <a:pt x="104439" y="28482"/>
                </a:lnTo>
                <a:lnTo>
                  <a:pt x="108986" y="29698"/>
                </a:lnTo>
                <a:lnTo>
                  <a:pt x="114351" y="30747"/>
                </a:lnTo>
                <a:lnTo>
                  <a:pt x="119360" y="32082"/>
                </a:lnTo>
                <a:lnTo>
                  <a:pt x="124371" y="33418"/>
                </a:lnTo>
                <a:lnTo>
                  <a:pt x="129128" y="35082"/>
                </a:lnTo>
                <a:lnTo>
                  <a:pt x="134499" y="36496"/>
                </a:lnTo>
                <a:lnTo>
                  <a:pt x="171163" y="43772"/>
                </a:lnTo>
                <a:lnTo>
                  <a:pt x="178077" y="44678"/>
                </a:lnTo>
                <a:lnTo>
                  <a:pt x="216835" y="47363"/>
                </a:lnTo>
                <a:lnTo>
                  <a:pt x="261264" y="48273"/>
                </a:lnTo>
                <a:lnTo>
                  <a:pt x="274392" y="48321"/>
                </a:lnTo>
                <a:lnTo>
                  <a:pt x="281078" y="48319"/>
                </a:lnTo>
                <a:lnTo>
                  <a:pt x="287690" y="48304"/>
                </a:lnTo>
                <a:lnTo>
                  <a:pt x="294078" y="48283"/>
                </a:lnTo>
                <a:lnTo>
                  <a:pt x="302379" y="48254"/>
                </a:lnTo>
                <a:lnTo>
                  <a:pt x="310159" y="48188"/>
                </a:lnTo>
                <a:lnTo>
                  <a:pt x="317587" y="48131"/>
                </a:lnTo>
                <a:lnTo>
                  <a:pt x="325016" y="48074"/>
                </a:lnTo>
                <a:lnTo>
                  <a:pt x="331939" y="48002"/>
                </a:lnTo>
                <a:lnTo>
                  <a:pt x="338650" y="47941"/>
                </a:lnTo>
                <a:lnTo>
                  <a:pt x="345361" y="47879"/>
                </a:lnTo>
                <a:lnTo>
                  <a:pt x="351659" y="48061"/>
                </a:lnTo>
                <a:lnTo>
                  <a:pt x="357852" y="47763"/>
                </a:lnTo>
                <a:lnTo>
                  <a:pt x="364045" y="47464"/>
                </a:lnTo>
                <a:lnTo>
                  <a:pt x="370189" y="46761"/>
                </a:lnTo>
                <a:lnTo>
                  <a:pt x="375804" y="46149"/>
                </a:lnTo>
                <a:lnTo>
                  <a:pt x="381421" y="45538"/>
                </a:lnTo>
                <a:lnTo>
                  <a:pt x="386442" y="45002"/>
                </a:lnTo>
                <a:lnTo>
                  <a:pt x="391552" y="44093"/>
                </a:lnTo>
                <a:lnTo>
                  <a:pt x="396662" y="43183"/>
                </a:lnTo>
                <a:lnTo>
                  <a:pt x="401495" y="41841"/>
                </a:lnTo>
                <a:lnTo>
                  <a:pt x="406464" y="40692"/>
                </a:lnTo>
                <a:lnTo>
                  <a:pt x="411433" y="39542"/>
                </a:lnTo>
                <a:lnTo>
                  <a:pt x="416087" y="38516"/>
                </a:lnTo>
                <a:lnTo>
                  <a:pt x="421367" y="37197"/>
                </a:lnTo>
                <a:lnTo>
                  <a:pt x="426648" y="35878"/>
                </a:lnTo>
                <a:lnTo>
                  <a:pt x="432383" y="34202"/>
                </a:lnTo>
                <a:lnTo>
                  <a:pt x="438149" y="32777"/>
                </a:lnTo>
                <a:lnTo>
                  <a:pt x="443914" y="31352"/>
                </a:lnTo>
                <a:lnTo>
                  <a:pt x="449951" y="30128"/>
                </a:lnTo>
                <a:lnTo>
                  <a:pt x="455961" y="28647"/>
                </a:lnTo>
                <a:lnTo>
                  <a:pt x="461970" y="27165"/>
                </a:lnTo>
                <a:lnTo>
                  <a:pt x="468113" y="25393"/>
                </a:lnTo>
                <a:lnTo>
                  <a:pt x="474204" y="23891"/>
                </a:lnTo>
                <a:lnTo>
                  <a:pt x="480294" y="22388"/>
                </a:lnTo>
                <a:lnTo>
                  <a:pt x="486428" y="21133"/>
                </a:lnTo>
                <a:lnTo>
                  <a:pt x="492505" y="19630"/>
                </a:lnTo>
                <a:lnTo>
                  <a:pt x="498583" y="18127"/>
                </a:lnTo>
                <a:lnTo>
                  <a:pt x="504404" y="16609"/>
                </a:lnTo>
                <a:lnTo>
                  <a:pt x="510668" y="14870"/>
                </a:lnTo>
                <a:lnTo>
                  <a:pt x="516933" y="13131"/>
                </a:lnTo>
                <a:lnTo>
                  <a:pt x="523572" y="11003"/>
                </a:lnTo>
                <a:lnTo>
                  <a:pt x="530092" y="9197"/>
                </a:lnTo>
                <a:lnTo>
                  <a:pt x="536611" y="7391"/>
                </a:lnTo>
                <a:lnTo>
                  <a:pt x="543757" y="5565"/>
                </a:lnTo>
                <a:lnTo>
                  <a:pt x="549787" y="4032"/>
                </a:lnTo>
                <a:lnTo>
                  <a:pt x="555816" y="2499"/>
                </a:lnTo>
                <a:lnTo>
                  <a:pt x="563522" y="672"/>
                </a:lnTo>
                <a:lnTo>
                  <a:pt x="566270" y="0"/>
                </a:lnTo>
              </a:path>
            </a:pathLst>
          </a:custGeom>
          <a:ln w="19050">
            <a:solidFill>
              <a:srgbClr val="E61B1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64577" y="4838643"/>
            <a:ext cx="2437130" cy="106045"/>
          </a:xfrm>
          <a:custGeom>
            <a:avLst/>
            <a:gdLst/>
            <a:ahLst/>
            <a:cxnLst/>
            <a:rect l="l" t="t" r="r" b="b"/>
            <a:pathLst>
              <a:path w="2437129" h="106045">
                <a:moveTo>
                  <a:pt x="490" y="105697"/>
                </a:moveTo>
                <a:lnTo>
                  <a:pt x="490" y="105452"/>
                </a:lnTo>
                <a:lnTo>
                  <a:pt x="0" y="104798"/>
                </a:lnTo>
                <a:lnTo>
                  <a:pt x="490" y="104225"/>
                </a:lnTo>
                <a:lnTo>
                  <a:pt x="981" y="103654"/>
                </a:lnTo>
                <a:lnTo>
                  <a:pt x="2046" y="102905"/>
                </a:lnTo>
                <a:lnTo>
                  <a:pt x="3434" y="102268"/>
                </a:lnTo>
                <a:lnTo>
                  <a:pt x="4823" y="101630"/>
                </a:lnTo>
                <a:lnTo>
                  <a:pt x="49809" y="97158"/>
                </a:lnTo>
                <a:lnTo>
                  <a:pt x="91689" y="96714"/>
                </a:lnTo>
                <a:lnTo>
                  <a:pt x="132718" y="96652"/>
                </a:lnTo>
                <a:lnTo>
                  <a:pt x="145301" y="96655"/>
                </a:lnTo>
                <a:lnTo>
                  <a:pt x="187520" y="96687"/>
                </a:lnTo>
                <a:lnTo>
                  <a:pt x="219264" y="96723"/>
                </a:lnTo>
                <a:lnTo>
                  <a:pt x="236094" y="96742"/>
                </a:lnTo>
                <a:lnTo>
                  <a:pt x="253600" y="96764"/>
                </a:lnTo>
                <a:lnTo>
                  <a:pt x="271725" y="96786"/>
                </a:lnTo>
                <a:lnTo>
                  <a:pt x="290417" y="96807"/>
                </a:lnTo>
                <a:lnTo>
                  <a:pt x="309682" y="96828"/>
                </a:lnTo>
                <a:lnTo>
                  <a:pt x="329542" y="96849"/>
                </a:lnTo>
                <a:lnTo>
                  <a:pt x="349964" y="96870"/>
                </a:lnTo>
                <a:lnTo>
                  <a:pt x="370917" y="96889"/>
                </a:lnTo>
                <a:lnTo>
                  <a:pt x="392333" y="96941"/>
                </a:lnTo>
                <a:lnTo>
                  <a:pt x="414249" y="97016"/>
                </a:lnTo>
                <a:lnTo>
                  <a:pt x="436787" y="97044"/>
                </a:lnTo>
                <a:lnTo>
                  <a:pt x="460070" y="96955"/>
                </a:lnTo>
                <a:lnTo>
                  <a:pt x="508996" y="96644"/>
                </a:lnTo>
                <a:lnTo>
                  <a:pt x="560474" y="95530"/>
                </a:lnTo>
                <a:lnTo>
                  <a:pt x="614367" y="92844"/>
                </a:lnTo>
                <a:lnTo>
                  <a:pt x="670043" y="89186"/>
                </a:lnTo>
                <a:lnTo>
                  <a:pt x="727011" y="84941"/>
                </a:lnTo>
                <a:lnTo>
                  <a:pt x="784705" y="79989"/>
                </a:lnTo>
                <a:lnTo>
                  <a:pt x="842818" y="74398"/>
                </a:lnTo>
                <a:lnTo>
                  <a:pt x="900086" y="67984"/>
                </a:lnTo>
                <a:lnTo>
                  <a:pt x="954964" y="60279"/>
                </a:lnTo>
                <a:lnTo>
                  <a:pt x="981705" y="56179"/>
                </a:lnTo>
                <a:lnTo>
                  <a:pt x="1007987" y="52201"/>
                </a:lnTo>
                <a:lnTo>
                  <a:pt x="1033850" y="48329"/>
                </a:lnTo>
                <a:lnTo>
                  <a:pt x="1059279" y="44472"/>
                </a:lnTo>
                <a:lnTo>
                  <a:pt x="1084196" y="40733"/>
                </a:lnTo>
                <a:lnTo>
                  <a:pt x="1132307" y="33911"/>
                </a:lnTo>
                <a:lnTo>
                  <a:pt x="1178183" y="27861"/>
                </a:lnTo>
                <a:lnTo>
                  <a:pt x="1221008" y="22747"/>
                </a:lnTo>
                <a:lnTo>
                  <a:pt x="1260783" y="18568"/>
                </a:lnTo>
                <a:lnTo>
                  <a:pt x="1300080" y="14776"/>
                </a:lnTo>
                <a:lnTo>
                  <a:pt x="1338898" y="11369"/>
                </a:lnTo>
                <a:lnTo>
                  <a:pt x="1393555" y="7232"/>
                </a:lnTo>
                <a:lnTo>
                  <a:pt x="1443735" y="4193"/>
                </a:lnTo>
                <a:lnTo>
                  <a:pt x="1489302" y="2146"/>
                </a:lnTo>
                <a:lnTo>
                  <a:pt x="1530751" y="896"/>
                </a:lnTo>
                <a:lnTo>
                  <a:pt x="1569085" y="234"/>
                </a:lnTo>
                <a:lnTo>
                  <a:pt x="1614783" y="0"/>
                </a:lnTo>
                <a:lnTo>
                  <a:pt x="1625151" y="23"/>
                </a:lnTo>
                <a:lnTo>
                  <a:pt x="1671353" y="360"/>
                </a:lnTo>
                <a:lnTo>
                  <a:pt x="1710145" y="881"/>
                </a:lnTo>
                <a:lnTo>
                  <a:pt x="1717478" y="1014"/>
                </a:lnTo>
                <a:lnTo>
                  <a:pt x="1724477" y="1126"/>
                </a:lnTo>
                <a:lnTo>
                  <a:pt x="1731477" y="1238"/>
                </a:lnTo>
                <a:lnTo>
                  <a:pt x="1736935" y="1340"/>
                </a:lnTo>
                <a:lnTo>
                  <a:pt x="1743290" y="1425"/>
                </a:lnTo>
                <a:lnTo>
                  <a:pt x="1781833" y="1768"/>
                </a:lnTo>
                <a:lnTo>
                  <a:pt x="1827282" y="1860"/>
                </a:lnTo>
                <a:lnTo>
                  <a:pt x="1851985" y="1866"/>
                </a:lnTo>
                <a:lnTo>
                  <a:pt x="1860717" y="1866"/>
                </a:lnTo>
                <a:lnTo>
                  <a:pt x="1907668" y="1852"/>
                </a:lnTo>
                <a:lnTo>
                  <a:pt x="1936251" y="1839"/>
                </a:lnTo>
                <a:lnTo>
                  <a:pt x="1945435" y="1835"/>
                </a:lnTo>
                <a:lnTo>
                  <a:pt x="1954375" y="1830"/>
                </a:lnTo>
                <a:lnTo>
                  <a:pt x="1963130" y="1826"/>
                </a:lnTo>
                <a:lnTo>
                  <a:pt x="1971581" y="1822"/>
                </a:lnTo>
                <a:lnTo>
                  <a:pt x="1979609" y="1819"/>
                </a:lnTo>
                <a:lnTo>
                  <a:pt x="1987199" y="1815"/>
                </a:lnTo>
                <a:lnTo>
                  <a:pt x="1994409" y="1811"/>
                </a:lnTo>
                <a:lnTo>
                  <a:pt x="2001229" y="1808"/>
                </a:lnTo>
                <a:lnTo>
                  <a:pt x="2007648" y="1805"/>
                </a:lnTo>
                <a:lnTo>
                  <a:pt x="2015934" y="1801"/>
                </a:lnTo>
                <a:lnTo>
                  <a:pt x="2022753" y="1798"/>
                </a:lnTo>
                <a:lnTo>
                  <a:pt x="2029326" y="1796"/>
                </a:lnTo>
                <a:lnTo>
                  <a:pt x="2035898" y="1793"/>
                </a:lnTo>
                <a:lnTo>
                  <a:pt x="2041747" y="1791"/>
                </a:lnTo>
                <a:lnTo>
                  <a:pt x="2047081" y="1790"/>
                </a:lnTo>
                <a:lnTo>
                  <a:pt x="2052415" y="1789"/>
                </a:lnTo>
                <a:lnTo>
                  <a:pt x="2057031" y="1788"/>
                </a:lnTo>
                <a:lnTo>
                  <a:pt x="2061329" y="1787"/>
                </a:lnTo>
                <a:lnTo>
                  <a:pt x="2065628" y="1786"/>
                </a:lnTo>
                <a:lnTo>
                  <a:pt x="2069333" y="1786"/>
                </a:lnTo>
                <a:lnTo>
                  <a:pt x="2072874" y="1786"/>
                </a:lnTo>
                <a:lnTo>
                  <a:pt x="2076415" y="1786"/>
                </a:lnTo>
                <a:lnTo>
                  <a:pt x="2079525" y="1786"/>
                </a:lnTo>
                <a:lnTo>
                  <a:pt x="2082576" y="1786"/>
                </a:lnTo>
                <a:lnTo>
                  <a:pt x="2085627" y="1786"/>
                </a:lnTo>
                <a:lnTo>
                  <a:pt x="2088401" y="1786"/>
                </a:lnTo>
                <a:lnTo>
                  <a:pt x="2091179" y="1786"/>
                </a:lnTo>
                <a:lnTo>
                  <a:pt x="2093957" y="1786"/>
                </a:lnTo>
                <a:lnTo>
                  <a:pt x="2096583" y="1541"/>
                </a:lnTo>
                <a:lnTo>
                  <a:pt x="2099243" y="1787"/>
                </a:lnTo>
                <a:lnTo>
                  <a:pt x="2101903" y="2032"/>
                </a:lnTo>
                <a:lnTo>
                  <a:pt x="2104498" y="2688"/>
                </a:lnTo>
                <a:lnTo>
                  <a:pt x="2107138" y="3260"/>
                </a:lnTo>
                <a:lnTo>
                  <a:pt x="2109777" y="3832"/>
                </a:lnTo>
                <a:lnTo>
                  <a:pt x="2112407" y="4580"/>
                </a:lnTo>
                <a:lnTo>
                  <a:pt x="2115078" y="5218"/>
                </a:lnTo>
                <a:lnTo>
                  <a:pt x="2117749" y="5856"/>
                </a:lnTo>
                <a:lnTo>
                  <a:pt x="2120195" y="6524"/>
                </a:lnTo>
                <a:lnTo>
                  <a:pt x="2123164" y="7086"/>
                </a:lnTo>
                <a:lnTo>
                  <a:pt x="2126133" y="7649"/>
                </a:lnTo>
                <a:lnTo>
                  <a:pt x="2129052" y="8163"/>
                </a:lnTo>
                <a:lnTo>
                  <a:pt x="2132891" y="8592"/>
                </a:lnTo>
                <a:lnTo>
                  <a:pt x="2136731" y="9021"/>
                </a:lnTo>
                <a:lnTo>
                  <a:pt x="2141353" y="9371"/>
                </a:lnTo>
                <a:lnTo>
                  <a:pt x="2146202" y="9660"/>
                </a:lnTo>
                <a:lnTo>
                  <a:pt x="2151051" y="9950"/>
                </a:lnTo>
                <a:lnTo>
                  <a:pt x="2194787" y="17281"/>
                </a:lnTo>
                <a:lnTo>
                  <a:pt x="2201219" y="19152"/>
                </a:lnTo>
                <a:lnTo>
                  <a:pt x="2207651" y="21022"/>
                </a:lnTo>
                <a:lnTo>
                  <a:pt x="2214291" y="23098"/>
                </a:lnTo>
                <a:lnTo>
                  <a:pt x="2220803" y="24851"/>
                </a:lnTo>
                <a:lnTo>
                  <a:pt x="2227315" y="26603"/>
                </a:lnTo>
                <a:lnTo>
                  <a:pt x="2233864" y="28027"/>
                </a:lnTo>
                <a:lnTo>
                  <a:pt x="2240290" y="29668"/>
                </a:lnTo>
                <a:lnTo>
                  <a:pt x="2246716" y="31309"/>
                </a:lnTo>
                <a:lnTo>
                  <a:pt x="2253087" y="33146"/>
                </a:lnTo>
                <a:lnTo>
                  <a:pt x="2259359" y="34698"/>
                </a:lnTo>
                <a:lnTo>
                  <a:pt x="2299704" y="43033"/>
                </a:lnTo>
                <a:lnTo>
                  <a:pt x="2318396" y="44897"/>
                </a:lnTo>
                <a:lnTo>
                  <a:pt x="2322506" y="45430"/>
                </a:lnTo>
                <a:lnTo>
                  <a:pt x="2326617" y="45962"/>
                </a:lnTo>
                <a:lnTo>
                  <a:pt x="2330133" y="46756"/>
                </a:lnTo>
                <a:lnTo>
                  <a:pt x="2333515" y="47436"/>
                </a:lnTo>
                <a:lnTo>
                  <a:pt x="2336898" y="48116"/>
                </a:lnTo>
                <a:lnTo>
                  <a:pt x="2339622" y="48873"/>
                </a:lnTo>
                <a:lnTo>
                  <a:pt x="2342802" y="49511"/>
                </a:lnTo>
                <a:lnTo>
                  <a:pt x="2345981" y="50150"/>
                </a:lnTo>
                <a:lnTo>
                  <a:pt x="2349074" y="50514"/>
                </a:lnTo>
                <a:lnTo>
                  <a:pt x="2352592" y="51269"/>
                </a:lnTo>
                <a:lnTo>
                  <a:pt x="2356111" y="52024"/>
                </a:lnTo>
                <a:lnTo>
                  <a:pt x="2360089" y="53110"/>
                </a:lnTo>
                <a:lnTo>
                  <a:pt x="2363915" y="54040"/>
                </a:lnTo>
                <a:lnTo>
                  <a:pt x="2367741" y="54970"/>
                </a:lnTo>
                <a:lnTo>
                  <a:pt x="2371730" y="55988"/>
                </a:lnTo>
                <a:lnTo>
                  <a:pt x="2375550" y="56847"/>
                </a:lnTo>
                <a:lnTo>
                  <a:pt x="2397501" y="60914"/>
                </a:lnTo>
                <a:lnTo>
                  <a:pt x="2400948" y="61386"/>
                </a:lnTo>
                <a:lnTo>
                  <a:pt x="2404270" y="61738"/>
                </a:lnTo>
                <a:lnTo>
                  <a:pt x="2407514" y="62027"/>
                </a:lnTo>
                <a:lnTo>
                  <a:pt x="2410760" y="62316"/>
                </a:lnTo>
                <a:lnTo>
                  <a:pt x="2413643" y="62254"/>
                </a:lnTo>
                <a:lnTo>
                  <a:pt x="2416972" y="62647"/>
                </a:lnTo>
                <a:lnTo>
                  <a:pt x="2420301" y="63040"/>
                </a:lnTo>
                <a:lnTo>
                  <a:pt x="2424192" y="63764"/>
                </a:lnTo>
                <a:lnTo>
                  <a:pt x="2427488" y="64387"/>
                </a:lnTo>
                <a:lnTo>
                  <a:pt x="2430783" y="65012"/>
                </a:lnTo>
                <a:lnTo>
                  <a:pt x="2435201" y="66058"/>
                </a:lnTo>
                <a:lnTo>
                  <a:pt x="2436744" y="66392"/>
                </a:lnTo>
              </a:path>
            </a:pathLst>
          </a:custGeom>
          <a:ln w="19050">
            <a:solidFill>
              <a:srgbClr val="E61B1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95" dirty="0"/>
              <a:t>Box</a:t>
            </a:r>
            <a:r>
              <a:rPr spc="-380" dirty="0"/>
              <a:t> </a:t>
            </a:r>
            <a:r>
              <a:rPr spc="240" dirty="0"/>
              <a:t>Model</a:t>
            </a:r>
            <a:r>
              <a:rPr spc="-330" dirty="0"/>
              <a:t> </a:t>
            </a:r>
            <a:r>
              <a:rPr spc="114" dirty="0"/>
              <a:t>in</a:t>
            </a:r>
            <a:r>
              <a:rPr spc="-490" dirty="0"/>
              <a:t> </a:t>
            </a:r>
            <a:r>
              <a:rPr spc="330" dirty="0"/>
              <a:t>CSS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0691" y="2664927"/>
            <a:ext cx="1151255" cy="3784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114"/>
              </a:spcBef>
              <a:buFont typeface="Arial"/>
              <a:buChar char="•"/>
              <a:tabLst>
                <a:tab pos="200660" algn="l"/>
              </a:tabLst>
            </a:pPr>
            <a:r>
              <a:rPr sz="2300" spc="90" dirty="0">
                <a:latin typeface="Trebuchet MS"/>
                <a:cs typeface="Trebuchet MS"/>
              </a:rPr>
              <a:t>Height</a:t>
            </a:r>
            <a:endParaRPr sz="23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0691" y="3297423"/>
            <a:ext cx="1030605" cy="3784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114"/>
              </a:spcBef>
              <a:buFont typeface="Arial"/>
              <a:buChar char="•"/>
              <a:tabLst>
                <a:tab pos="200660" algn="l"/>
              </a:tabLst>
            </a:pPr>
            <a:r>
              <a:rPr sz="2300" spc="50" dirty="0">
                <a:latin typeface="Trebuchet MS"/>
                <a:cs typeface="Trebuchet MS"/>
              </a:rPr>
              <a:t>Width</a:t>
            </a:r>
            <a:endParaRPr sz="23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0691" y="3929920"/>
            <a:ext cx="1208405" cy="3784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114"/>
              </a:spcBef>
              <a:buFont typeface="Arial"/>
              <a:buChar char="•"/>
              <a:tabLst>
                <a:tab pos="200660" algn="l"/>
              </a:tabLst>
            </a:pPr>
            <a:r>
              <a:rPr sz="2300" spc="140" dirty="0">
                <a:latin typeface="Trebuchet MS"/>
                <a:cs typeface="Trebuchet MS"/>
              </a:rPr>
              <a:t>Border</a:t>
            </a:r>
            <a:endParaRPr sz="230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0691" y="4563853"/>
            <a:ext cx="1366520" cy="3784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114"/>
              </a:spcBef>
              <a:buFont typeface="Arial"/>
              <a:buChar char="•"/>
              <a:tabLst>
                <a:tab pos="200660" algn="l"/>
              </a:tabLst>
            </a:pPr>
            <a:r>
              <a:rPr sz="2300" spc="110" dirty="0">
                <a:latin typeface="Trebuchet MS"/>
                <a:cs typeface="Trebuchet MS"/>
              </a:rPr>
              <a:t>Padding</a:t>
            </a:r>
            <a:endParaRPr sz="2300" dirty="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0691" y="5196350"/>
            <a:ext cx="1236345" cy="3784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114"/>
              </a:spcBef>
              <a:buFont typeface="Arial"/>
              <a:buChar char="•"/>
              <a:tabLst>
                <a:tab pos="200660" algn="l"/>
              </a:tabLst>
            </a:pPr>
            <a:r>
              <a:rPr sz="2300" spc="180" dirty="0">
                <a:latin typeface="Trebuchet MS"/>
                <a:cs typeface="Trebuchet MS"/>
              </a:rPr>
              <a:t>Margin</a:t>
            </a:r>
            <a:endParaRPr sz="2300" dirty="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116251" y="2225402"/>
            <a:ext cx="6501969" cy="2574667"/>
            <a:chOff x="2921507" y="2543145"/>
            <a:chExt cx="6668686" cy="2587019"/>
          </a:xfrm>
        </p:grpSpPr>
        <p:sp>
          <p:nvSpPr>
            <p:cNvPr id="9" name="object 9"/>
            <p:cNvSpPr/>
            <p:nvPr/>
          </p:nvSpPr>
          <p:spPr>
            <a:xfrm>
              <a:off x="2921507" y="2766059"/>
              <a:ext cx="2551430" cy="2364105"/>
            </a:xfrm>
            <a:custGeom>
              <a:avLst/>
              <a:gdLst/>
              <a:ahLst/>
              <a:cxnLst/>
              <a:rect l="l" t="t" r="r" b="b"/>
              <a:pathLst>
                <a:path w="2551429" h="2364104">
                  <a:moveTo>
                    <a:pt x="2551175" y="2363724"/>
                  </a:moveTo>
                  <a:lnTo>
                    <a:pt x="0" y="2363724"/>
                  </a:lnTo>
                  <a:lnTo>
                    <a:pt x="0" y="0"/>
                  </a:lnTo>
                  <a:lnTo>
                    <a:pt x="2551175" y="0"/>
                  </a:lnTo>
                  <a:lnTo>
                    <a:pt x="2551175" y="2363724"/>
                  </a:lnTo>
                  <a:close/>
                </a:path>
              </a:pathLst>
            </a:custGeom>
            <a:solidFill>
              <a:srgbClr val="287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921507" y="2766059"/>
              <a:ext cx="2551430" cy="2364105"/>
            </a:xfrm>
            <a:custGeom>
              <a:avLst/>
              <a:gdLst/>
              <a:ahLst/>
              <a:cxnLst/>
              <a:rect l="l" t="t" r="r" b="b"/>
              <a:pathLst>
                <a:path w="2551429" h="2364104">
                  <a:moveTo>
                    <a:pt x="0" y="0"/>
                  </a:moveTo>
                  <a:lnTo>
                    <a:pt x="2551175" y="0"/>
                  </a:lnTo>
                  <a:lnTo>
                    <a:pt x="2551175" y="2363724"/>
                  </a:lnTo>
                  <a:lnTo>
                    <a:pt x="0" y="2363724"/>
                  </a:lnTo>
                  <a:lnTo>
                    <a:pt x="0" y="0"/>
                  </a:lnTo>
                  <a:close/>
                </a:path>
              </a:pathLst>
            </a:custGeom>
            <a:ln w="128016">
              <a:solidFill>
                <a:srgbClr val="4BEB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908290" y="2543145"/>
              <a:ext cx="2681903" cy="2491772"/>
            </a:xfrm>
            <a:custGeom>
              <a:avLst/>
              <a:gdLst/>
              <a:ahLst/>
              <a:cxnLst/>
              <a:rect l="l" t="t" r="r" b="b"/>
              <a:pathLst>
                <a:path w="2552700" h="2364104">
                  <a:moveTo>
                    <a:pt x="2552700" y="2363723"/>
                  </a:moveTo>
                  <a:lnTo>
                    <a:pt x="0" y="2363723"/>
                  </a:lnTo>
                  <a:lnTo>
                    <a:pt x="0" y="0"/>
                  </a:lnTo>
                  <a:lnTo>
                    <a:pt x="2552700" y="0"/>
                  </a:lnTo>
                  <a:lnTo>
                    <a:pt x="2552700" y="2363723"/>
                  </a:lnTo>
                  <a:close/>
                </a:path>
              </a:pathLst>
            </a:custGeom>
            <a:solidFill>
              <a:srgbClr val="287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5707943" y="2267051"/>
            <a:ext cx="3786152" cy="2439204"/>
            <a:chOff x="5674840" y="2718816"/>
            <a:chExt cx="3786152" cy="2364105"/>
          </a:xfrm>
        </p:grpSpPr>
        <p:sp>
          <p:nvSpPr>
            <p:cNvPr id="13" name="object 13"/>
            <p:cNvSpPr/>
            <p:nvPr/>
          </p:nvSpPr>
          <p:spPr>
            <a:xfrm>
              <a:off x="6908292" y="2718816"/>
              <a:ext cx="2552700" cy="2364105"/>
            </a:xfrm>
            <a:custGeom>
              <a:avLst/>
              <a:gdLst/>
              <a:ahLst/>
              <a:cxnLst/>
              <a:rect l="l" t="t" r="r" b="b"/>
              <a:pathLst>
                <a:path w="2552700" h="2364104">
                  <a:moveTo>
                    <a:pt x="0" y="0"/>
                  </a:moveTo>
                  <a:lnTo>
                    <a:pt x="2552700" y="0"/>
                  </a:lnTo>
                  <a:lnTo>
                    <a:pt x="2552700" y="2363723"/>
                  </a:lnTo>
                  <a:lnTo>
                    <a:pt x="0" y="2363723"/>
                  </a:lnTo>
                  <a:lnTo>
                    <a:pt x="0" y="0"/>
                  </a:lnTo>
                  <a:close/>
                </a:path>
              </a:pathLst>
            </a:custGeom>
            <a:ln w="128016">
              <a:solidFill>
                <a:srgbClr val="4BEB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674840" y="4005306"/>
              <a:ext cx="1012420" cy="138748"/>
            </a:xfrm>
            <a:custGeom>
              <a:avLst/>
              <a:gdLst/>
              <a:ahLst/>
              <a:cxnLst/>
              <a:rect l="l" t="t" r="r" b="b"/>
              <a:pathLst>
                <a:path w="1270000" h="277495">
                  <a:moveTo>
                    <a:pt x="248412" y="251460"/>
                  </a:moveTo>
                  <a:lnTo>
                    <a:pt x="0" y="117348"/>
                  </a:lnTo>
                  <a:lnTo>
                    <a:pt x="256032" y="0"/>
                  </a:lnTo>
                  <a:lnTo>
                    <a:pt x="253538" y="82296"/>
                  </a:lnTo>
                  <a:lnTo>
                    <a:pt x="211836" y="82296"/>
                  </a:lnTo>
                  <a:lnTo>
                    <a:pt x="208788" y="166116"/>
                  </a:lnTo>
                  <a:lnTo>
                    <a:pt x="250954" y="167551"/>
                  </a:lnTo>
                  <a:lnTo>
                    <a:pt x="248412" y="251460"/>
                  </a:lnTo>
                  <a:close/>
                </a:path>
                <a:path w="1270000" h="277495">
                  <a:moveTo>
                    <a:pt x="1193470" y="195072"/>
                  </a:moveTo>
                  <a:lnTo>
                    <a:pt x="1059180" y="195072"/>
                  </a:lnTo>
                  <a:lnTo>
                    <a:pt x="1062228" y="111252"/>
                  </a:lnTo>
                  <a:lnTo>
                    <a:pt x="1020061" y="109816"/>
                  </a:lnTo>
                  <a:lnTo>
                    <a:pt x="1022604" y="25908"/>
                  </a:lnTo>
                  <a:lnTo>
                    <a:pt x="1269492" y="160020"/>
                  </a:lnTo>
                  <a:lnTo>
                    <a:pt x="1193470" y="195072"/>
                  </a:lnTo>
                  <a:close/>
                </a:path>
                <a:path w="1270000" h="277495">
                  <a:moveTo>
                    <a:pt x="250954" y="167551"/>
                  </a:moveTo>
                  <a:lnTo>
                    <a:pt x="208788" y="166116"/>
                  </a:lnTo>
                  <a:lnTo>
                    <a:pt x="211784" y="83714"/>
                  </a:lnTo>
                  <a:lnTo>
                    <a:pt x="211836" y="82296"/>
                  </a:lnTo>
                  <a:lnTo>
                    <a:pt x="253495" y="83714"/>
                  </a:lnTo>
                  <a:lnTo>
                    <a:pt x="250998" y="166116"/>
                  </a:lnTo>
                  <a:lnTo>
                    <a:pt x="250954" y="167551"/>
                  </a:lnTo>
                  <a:close/>
                </a:path>
                <a:path w="1270000" h="277495">
                  <a:moveTo>
                    <a:pt x="253495" y="83714"/>
                  </a:moveTo>
                  <a:lnTo>
                    <a:pt x="211836" y="82296"/>
                  </a:lnTo>
                  <a:lnTo>
                    <a:pt x="253538" y="82296"/>
                  </a:lnTo>
                  <a:lnTo>
                    <a:pt x="253495" y="83714"/>
                  </a:lnTo>
                  <a:close/>
                </a:path>
                <a:path w="1270000" h="277495">
                  <a:moveTo>
                    <a:pt x="1017520" y="193653"/>
                  </a:moveTo>
                  <a:lnTo>
                    <a:pt x="250954" y="167551"/>
                  </a:lnTo>
                  <a:lnTo>
                    <a:pt x="253495" y="83714"/>
                  </a:lnTo>
                  <a:lnTo>
                    <a:pt x="1020061" y="109816"/>
                  </a:lnTo>
                  <a:lnTo>
                    <a:pt x="1017520" y="193653"/>
                  </a:lnTo>
                  <a:close/>
                </a:path>
                <a:path w="1270000" h="277495">
                  <a:moveTo>
                    <a:pt x="1059180" y="195072"/>
                  </a:moveTo>
                  <a:lnTo>
                    <a:pt x="1017520" y="193653"/>
                  </a:lnTo>
                  <a:lnTo>
                    <a:pt x="1020017" y="111252"/>
                  </a:lnTo>
                  <a:lnTo>
                    <a:pt x="1020061" y="109816"/>
                  </a:lnTo>
                  <a:lnTo>
                    <a:pt x="1062228" y="111252"/>
                  </a:lnTo>
                  <a:lnTo>
                    <a:pt x="1059231" y="193653"/>
                  </a:lnTo>
                  <a:lnTo>
                    <a:pt x="1059180" y="195072"/>
                  </a:lnTo>
                  <a:close/>
                </a:path>
                <a:path w="1270000" h="277495">
                  <a:moveTo>
                    <a:pt x="1014984" y="277368"/>
                  </a:moveTo>
                  <a:lnTo>
                    <a:pt x="1017477" y="195072"/>
                  </a:lnTo>
                  <a:lnTo>
                    <a:pt x="1017520" y="193653"/>
                  </a:lnTo>
                  <a:lnTo>
                    <a:pt x="1059180" y="195072"/>
                  </a:lnTo>
                  <a:lnTo>
                    <a:pt x="1193470" y="195072"/>
                  </a:lnTo>
                  <a:lnTo>
                    <a:pt x="1014984" y="277368"/>
                  </a:lnTo>
                  <a:close/>
                </a:path>
              </a:pathLst>
            </a:custGeom>
            <a:solidFill>
              <a:srgbClr val="0C0C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597474" y="3054926"/>
            <a:ext cx="1222375" cy="129413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6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650" dirty="0">
              <a:latin typeface="Times New Roman"/>
              <a:cs typeface="Times New Roman"/>
            </a:endParaRPr>
          </a:p>
          <a:p>
            <a:pPr marL="210185">
              <a:lnSpc>
                <a:spcPct val="100000"/>
              </a:lnSpc>
            </a:pPr>
            <a:r>
              <a:rPr sz="1650" spc="50" dirty="0" smtClean="0">
                <a:latin typeface="Trebuchet MS"/>
                <a:cs typeface="Trebuchet MS"/>
              </a:rPr>
              <a:t>Content</a:t>
            </a:r>
            <a:endParaRPr sz="1650" dirty="0">
              <a:latin typeface="Trebuchet MS"/>
              <a:cs typeface="Trebuchet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566105" y="2854157"/>
            <a:ext cx="1179830" cy="142240"/>
          </a:xfrm>
          <a:custGeom>
            <a:avLst/>
            <a:gdLst/>
            <a:ahLst/>
            <a:cxnLst/>
            <a:rect l="l" t="t" r="r" b="b"/>
            <a:pathLst>
              <a:path w="1179829" h="142239">
                <a:moveTo>
                  <a:pt x="141732" y="141732"/>
                </a:moveTo>
                <a:lnTo>
                  <a:pt x="0" y="70104"/>
                </a:lnTo>
                <a:lnTo>
                  <a:pt x="141732" y="0"/>
                </a:lnTo>
                <a:lnTo>
                  <a:pt x="141732" y="47244"/>
                </a:lnTo>
                <a:lnTo>
                  <a:pt x="117348" y="47244"/>
                </a:lnTo>
                <a:lnTo>
                  <a:pt x="117348" y="94488"/>
                </a:lnTo>
                <a:lnTo>
                  <a:pt x="141732" y="94488"/>
                </a:lnTo>
                <a:lnTo>
                  <a:pt x="141732" y="141732"/>
                </a:lnTo>
                <a:close/>
              </a:path>
              <a:path w="1179829" h="142239">
                <a:moveTo>
                  <a:pt x="1039368" y="141732"/>
                </a:moveTo>
                <a:lnTo>
                  <a:pt x="1039368" y="0"/>
                </a:lnTo>
                <a:lnTo>
                  <a:pt x="1133856" y="47244"/>
                </a:lnTo>
                <a:lnTo>
                  <a:pt x="1062228" y="47244"/>
                </a:lnTo>
                <a:lnTo>
                  <a:pt x="1062228" y="94488"/>
                </a:lnTo>
                <a:lnTo>
                  <a:pt x="1131845" y="94488"/>
                </a:lnTo>
                <a:lnTo>
                  <a:pt x="1039368" y="141732"/>
                </a:lnTo>
                <a:close/>
              </a:path>
              <a:path w="1179829" h="142239">
                <a:moveTo>
                  <a:pt x="141732" y="94488"/>
                </a:moveTo>
                <a:lnTo>
                  <a:pt x="117348" y="94488"/>
                </a:lnTo>
                <a:lnTo>
                  <a:pt x="117348" y="47244"/>
                </a:lnTo>
                <a:lnTo>
                  <a:pt x="141732" y="47244"/>
                </a:lnTo>
                <a:lnTo>
                  <a:pt x="141732" y="94488"/>
                </a:lnTo>
                <a:close/>
              </a:path>
              <a:path w="1179829" h="142239">
                <a:moveTo>
                  <a:pt x="1039368" y="94488"/>
                </a:moveTo>
                <a:lnTo>
                  <a:pt x="141732" y="94488"/>
                </a:lnTo>
                <a:lnTo>
                  <a:pt x="141732" y="47244"/>
                </a:lnTo>
                <a:lnTo>
                  <a:pt x="1039368" y="47244"/>
                </a:lnTo>
                <a:lnTo>
                  <a:pt x="1039368" y="94488"/>
                </a:lnTo>
                <a:close/>
              </a:path>
              <a:path w="1179829" h="142239">
                <a:moveTo>
                  <a:pt x="1131845" y="94488"/>
                </a:moveTo>
                <a:lnTo>
                  <a:pt x="1062228" y="94488"/>
                </a:lnTo>
                <a:lnTo>
                  <a:pt x="1062228" y="47244"/>
                </a:lnTo>
                <a:lnTo>
                  <a:pt x="1133856" y="47244"/>
                </a:lnTo>
                <a:lnTo>
                  <a:pt x="1179576" y="70104"/>
                </a:lnTo>
                <a:lnTo>
                  <a:pt x="1131845" y="944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409332" y="3044038"/>
            <a:ext cx="142240" cy="1295400"/>
          </a:xfrm>
          <a:custGeom>
            <a:avLst/>
            <a:gdLst/>
            <a:ahLst/>
            <a:cxnLst/>
            <a:rect l="l" t="t" r="r" b="b"/>
            <a:pathLst>
              <a:path w="142239" h="1295400">
                <a:moveTo>
                  <a:pt x="47244" y="140208"/>
                </a:moveTo>
                <a:lnTo>
                  <a:pt x="0" y="140208"/>
                </a:lnTo>
                <a:lnTo>
                  <a:pt x="70104" y="0"/>
                </a:lnTo>
                <a:lnTo>
                  <a:pt x="130053" y="117347"/>
                </a:lnTo>
                <a:lnTo>
                  <a:pt x="47244" y="117347"/>
                </a:lnTo>
                <a:lnTo>
                  <a:pt x="47244" y="140208"/>
                </a:lnTo>
                <a:close/>
              </a:path>
              <a:path w="142239" h="1295400">
                <a:moveTo>
                  <a:pt x="94488" y="1178052"/>
                </a:moveTo>
                <a:lnTo>
                  <a:pt x="47244" y="1178052"/>
                </a:lnTo>
                <a:lnTo>
                  <a:pt x="47244" y="117347"/>
                </a:lnTo>
                <a:lnTo>
                  <a:pt x="94488" y="117347"/>
                </a:lnTo>
                <a:lnTo>
                  <a:pt x="94488" y="1178052"/>
                </a:lnTo>
                <a:close/>
              </a:path>
              <a:path w="142239" h="1295400">
                <a:moveTo>
                  <a:pt x="141732" y="140208"/>
                </a:moveTo>
                <a:lnTo>
                  <a:pt x="94488" y="140208"/>
                </a:lnTo>
                <a:lnTo>
                  <a:pt x="94488" y="117347"/>
                </a:lnTo>
                <a:lnTo>
                  <a:pt x="130053" y="117347"/>
                </a:lnTo>
                <a:lnTo>
                  <a:pt x="141732" y="140208"/>
                </a:lnTo>
                <a:close/>
              </a:path>
              <a:path w="142239" h="1295400">
                <a:moveTo>
                  <a:pt x="70104" y="1295400"/>
                </a:moveTo>
                <a:lnTo>
                  <a:pt x="0" y="1153668"/>
                </a:lnTo>
                <a:lnTo>
                  <a:pt x="47244" y="1153668"/>
                </a:lnTo>
                <a:lnTo>
                  <a:pt x="47244" y="1178052"/>
                </a:lnTo>
                <a:lnTo>
                  <a:pt x="129408" y="1178052"/>
                </a:lnTo>
                <a:lnTo>
                  <a:pt x="70104" y="1295400"/>
                </a:lnTo>
                <a:close/>
              </a:path>
              <a:path w="142239" h="1295400">
                <a:moveTo>
                  <a:pt x="129408" y="1178052"/>
                </a:moveTo>
                <a:lnTo>
                  <a:pt x="94488" y="1178052"/>
                </a:lnTo>
                <a:lnTo>
                  <a:pt x="94488" y="1153668"/>
                </a:lnTo>
                <a:lnTo>
                  <a:pt x="141732" y="1153668"/>
                </a:lnTo>
                <a:lnTo>
                  <a:pt x="129408" y="11780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743765" y="4391671"/>
            <a:ext cx="142240" cy="408940"/>
          </a:xfrm>
          <a:custGeom>
            <a:avLst/>
            <a:gdLst/>
            <a:ahLst/>
            <a:cxnLst/>
            <a:rect l="l" t="t" r="r" b="b"/>
            <a:pathLst>
              <a:path w="142239" h="408939">
                <a:moveTo>
                  <a:pt x="47244" y="141731"/>
                </a:moveTo>
                <a:lnTo>
                  <a:pt x="0" y="141731"/>
                </a:lnTo>
                <a:lnTo>
                  <a:pt x="70104" y="0"/>
                </a:lnTo>
                <a:lnTo>
                  <a:pt x="129408" y="117347"/>
                </a:lnTo>
                <a:lnTo>
                  <a:pt x="47244" y="117347"/>
                </a:lnTo>
                <a:lnTo>
                  <a:pt x="47244" y="141731"/>
                </a:lnTo>
                <a:close/>
              </a:path>
              <a:path w="142239" h="408939">
                <a:moveTo>
                  <a:pt x="94488" y="291083"/>
                </a:moveTo>
                <a:lnTo>
                  <a:pt x="47244" y="291083"/>
                </a:lnTo>
                <a:lnTo>
                  <a:pt x="47244" y="117347"/>
                </a:lnTo>
                <a:lnTo>
                  <a:pt x="94488" y="117347"/>
                </a:lnTo>
                <a:lnTo>
                  <a:pt x="94488" y="291083"/>
                </a:lnTo>
                <a:close/>
              </a:path>
              <a:path w="142239" h="408939">
                <a:moveTo>
                  <a:pt x="141732" y="141731"/>
                </a:moveTo>
                <a:lnTo>
                  <a:pt x="94488" y="141731"/>
                </a:lnTo>
                <a:lnTo>
                  <a:pt x="94488" y="117347"/>
                </a:lnTo>
                <a:lnTo>
                  <a:pt x="129408" y="117347"/>
                </a:lnTo>
                <a:lnTo>
                  <a:pt x="141732" y="141731"/>
                </a:lnTo>
                <a:close/>
              </a:path>
              <a:path w="142239" h="408939">
                <a:moveTo>
                  <a:pt x="70104" y="408432"/>
                </a:moveTo>
                <a:lnTo>
                  <a:pt x="0" y="266699"/>
                </a:lnTo>
                <a:lnTo>
                  <a:pt x="47244" y="266699"/>
                </a:lnTo>
                <a:lnTo>
                  <a:pt x="47244" y="291083"/>
                </a:lnTo>
                <a:lnTo>
                  <a:pt x="129408" y="291083"/>
                </a:lnTo>
                <a:lnTo>
                  <a:pt x="70104" y="408432"/>
                </a:lnTo>
                <a:close/>
              </a:path>
              <a:path w="142239" h="408939">
                <a:moveTo>
                  <a:pt x="129408" y="291083"/>
                </a:moveTo>
                <a:lnTo>
                  <a:pt x="94488" y="291083"/>
                </a:lnTo>
                <a:lnTo>
                  <a:pt x="94488" y="266699"/>
                </a:lnTo>
                <a:lnTo>
                  <a:pt x="141732" y="266699"/>
                </a:lnTo>
                <a:lnTo>
                  <a:pt x="129408" y="2910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814885" y="2601428"/>
            <a:ext cx="553720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45" dirty="0">
                <a:latin typeface="Trebuchet MS"/>
                <a:cs typeface="Trebuchet MS"/>
              </a:rPr>
              <a:t>Width</a:t>
            </a:r>
            <a:endParaRPr sz="1450" dirty="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129085" y="3264746"/>
            <a:ext cx="244475" cy="633095"/>
          </a:xfrm>
          <a:prstGeom prst="rect">
            <a:avLst/>
          </a:prstGeom>
        </p:spPr>
        <p:txBody>
          <a:bodyPr vert="vert270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1450" spc="75" dirty="0">
                <a:latin typeface="Trebuchet MS"/>
                <a:cs typeface="Trebuchet MS"/>
              </a:rPr>
              <a:t>Height</a:t>
            </a:r>
            <a:endParaRPr sz="1450" dirty="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041339" y="4469776"/>
            <a:ext cx="778510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95" dirty="0" smtClean="0">
                <a:latin typeface="Trebuchet MS"/>
                <a:cs typeface="Trebuchet MS"/>
              </a:rPr>
              <a:t>Padding</a:t>
            </a:r>
            <a:endParaRPr sz="1450" dirty="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743476" y="3886477"/>
            <a:ext cx="73088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60" dirty="0">
                <a:solidFill>
                  <a:srgbClr val="D47205"/>
                </a:solidFill>
                <a:latin typeface="Trebuchet MS"/>
                <a:cs typeface="Trebuchet MS"/>
              </a:rPr>
              <a:t>Margin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003355" y="5268014"/>
            <a:ext cx="74041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45" dirty="0">
                <a:solidFill>
                  <a:srgbClr val="D47205"/>
                </a:solidFill>
                <a:latin typeface="Trebuchet MS"/>
                <a:cs typeface="Trebuchet MS"/>
              </a:rPr>
              <a:t>Border</a:t>
            </a:r>
            <a:endParaRPr sz="165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204" dirty="0"/>
              <a:t>Height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5372" y="2549170"/>
            <a:ext cx="5846445" cy="3784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spc="235" dirty="0">
                <a:latin typeface="Trebuchet MS"/>
                <a:cs typeface="Trebuchet MS"/>
              </a:rPr>
              <a:t>By</a:t>
            </a:r>
            <a:r>
              <a:rPr sz="2300" spc="-114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default,</a:t>
            </a:r>
            <a:r>
              <a:rPr sz="2300" spc="-114" dirty="0">
                <a:latin typeface="Trebuchet MS"/>
                <a:cs typeface="Trebuchet MS"/>
              </a:rPr>
              <a:t> </a:t>
            </a:r>
            <a:r>
              <a:rPr sz="2300" spc="-70" dirty="0">
                <a:latin typeface="Trebuchet MS"/>
                <a:cs typeface="Trebuchet MS"/>
              </a:rPr>
              <a:t>it</a:t>
            </a:r>
            <a:r>
              <a:rPr sz="2300" spc="-95" dirty="0">
                <a:latin typeface="Trebuchet MS"/>
                <a:cs typeface="Trebuchet MS"/>
              </a:rPr>
              <a:t> </a:t>
            </a:r>
            <a:r>
              <a:rPr sz="2300" spc="165" dirty="0">
                <a:latin typeface="Trebuchet MS"/>
                <a:cs typeface="Trebuchet MS"/>
              </a:rPr>
              <a:t>sets</a:t>
            </a:r>
            <a:r>
              <a:rPr sz="2300" spc="-114" dirty="0">
                <a:latin typeface="Trebuchet MS"/>
                <a:cs typeface="Trebuchet MS"/>
              </a:rPr>
              <a:t> </a:t>
            </a:r>
            <a:r>
              <a:rPr sz="2300" spc="50" dirty="0">
                <a:latin typeface="Trebuchet MS"/>
                <a:cs typeface="Trebuchet MS"/>
              </a:rPr>
              <a:t>the</a:t>
            </a:r>
            <a:r>
              <a:rPr sz="2300" spc="-95" dirty="0">
                <a:latin typeface="Trebuchet MS"/>
                <a:cs typeface="Trebuchet MS"/>
              </a:rPr>
              <a:t> </a:t>
            </a:r>
            <a:r>
              <a:rPr sz="2300" spc="75" dirty="0">
                <a:latin typeface="Trebuchet MS"/>
                <a:cs typeface="Trebuchet MS"/>
              </a:rPr>
              <a:t>content</a:t>
            </a:r>
            <a:r>
              <a:rPr sz="2300" spc="-120" dirty="0">
                <a:latin typeface="Trebuchet MS"/>
                <a:cs typeface="Trebuchet MS"/>
              </a:rPr>
              <a:t> </a:t>
            </a:r>
            <a:r>
              <a:rPr sz="2300" spc="120" dirty="0">
                <a:latin typeface="Trebuchet MS"/>
                <a:cs typeface="Trebuchet MS"/>
              </a:rPr>
              <a:t>area</a:t>
            </a:r>
            <a:r>
              <a:rPr sz="2300" spc="-105" dirty="0">
                <a:latin typeface="Trebuchet MS"/>
                <a:cs typeface="Trebuchet MS"/>
              </a:rPr>
              <a:t> </a:t>
            </a:r>
            <a:r>
              <a:rPr sz="2300" spc="75" dirty="0">
                <a:solidFill>
                  <a:srgbClr val="00AFEF"/>
                </a:solidFill>
                <a:latin typeface="Trebuchet MS"/>
                <a:cs typeface="Trebuchet MS"/>
              </a:rPr>
              <a:t>height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09802" y="3814020"/>
            <a:ext cx="633095" cy="3784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spc="85" dirty="0">
                <a:solidFill>
                  <a:srgbClr val="D47205"/>
                </a:solidFill>
                <a:latin typeface="Trebuchet MS"/>
                <a:cs typeface="Trebuchet MS"/>
              </a:rPr>
              <a:t>div</a:t>
            </a:r>
            <a:r>
              <a:rPr sz="2300" spc="-145" dirty="0">
                <a:solidFill>
                  <a:srgbClr val="D47205"/>
                </a:solidFill>
                <a:latin typeface="Trebuchet MS"/>
                <a:cs typeface="Trebuchet MS"/>
              </a:rPr>
              <a:t> </a:t>
            </a:r>
            <a:r>
              <a:rPr sz="2300" spc="-50" dirty="0">
                <a:solidFill>
                  <a:srgbClr val="D47205"/>
                </a:solidFill>
                <a:latin typeface="Trebuchet MS"/>
                <a:cs typeface="Trebuchet MS"/>
              </a:rPr>
              <a:t>{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64087" y="4234679"/>
            <a:ext cx="1864995" cy="3784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spc="55" dirty="0">
                <a:latin typeface="Trebuchet MS"/>
                <a:cs typeface="Trebuchet MS"/>
              </a:rPr>
              <a:t>height:</a:t>
            </a:r>
            <a:r>
              <a:rPr sz="2300" spc="-140" dirty="0">
                <a:latin typeface="Trebuchet MS"/>
                <a:cs typeface="Trebuchet MS"/>
              </a:rPr>
              <a:t> </a:t>
            </a:r>
            <a:r>
              <a:rPr sz="2300" spc="70" dirty="0">
                <a:latin typeface="Trebuchet MS"/>
                <a:cs typeface="Trebuchet MS"/>
              </a:rPr>
              <a:t>50px;</a:t>
            </a:r>
            <a:endParaRPr sz="230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23382" y="4656775"/>
            <a:ext cx="139065" cy="3784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spc="-50" dirty="0">
                <a:solidFill>
                  <a:srgbClr val="D47205"/>
                </a:solidFill>
                <a:latin typeface="Trebuchet MS"/>
                <a:cs typeface="Trebuchet MS"/>
              </a:rPr>
              <a:t>}</a:t>
            </a:r>
            <a:endParaRPr sz="23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562599" y="3299460"/>
            <a:ext cx="2680970" cy="2491740"/>
            <a:chOff x="5562599" y="3235451"/>
            <a:chExt cx="2680970" cy="2491740"/>
          </a:xfrm>
        </p:grpSpPr>
        <p:sp>
          <p:nvSpPr>
            <p:cNvPr id="8" name="object 8"/>
            <p:cNvSpPr/>
            <p:nvPr/>
          </p:nvSpPr>
          <p:spPr>
            <a:xfrm>
              <a:off x="5626607" y="3299459"/>
              <a:ext cx="2552700" cy="2364105"/>
            </a:xfrm>
            <a:custGeom>
              <a:avLst/>
              <a:gdLst/>
              <a:ahLst/>
              <a:cxnLst/>
              <a:rect l="l" t="t" r="r" b="b"/>
              <a:pathLst>
                <a:path w="2552700" h="2364104">
                  <a:moveTo>
                    <a:pt x="2552700" y="2363724"/>
                  </a:moveTo>
                  <a:lnTo>
                    <a:pt x="0" y="2363724"/>
                  </a:lnTo>
                  <a:lnTo>
                    <a:pt x="0" y="0"/>
                  </a:lnTo>
                  <a:lnTo>
                    <a:pt x="2552700" y="0"/>
                  </a:lnTo>
                  <a:lnTo>
                    <a:pt x="2552700" y="2363724"/>
                  </a:lnTo>
                  <a:close/>
                </a:path>
              </a:pathLst>
            </a:custGeom>
            <a:solidFill>
              <a:srgbClr val="287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626607" y="3299459"/>
              <a:ext cx="2552700" cy="2364105"/>
            </a:xfrm>
            <a:custGeom>
              <a:avLst/>
              <a:gdLst/>
              <a:ahLst/>
              <a:cxnLst/>
              <a:rect l="l" t="t" r="r" b="b"/>
              <a:pathLst>
                <a:path w="2552700" h="2364104">
                  <a:moveTo>
                    <a:pt x="0" y="0"/>
                  </a:moveTo>
                  <a:lnTo>
                    <a:pt x="2552700" y="0"/>
                  </a:lnTo>
                  <a:lnTo>
                    <a:pt x="2552700" y="2363724"/>
                  </a:lnTo>
                  <a:lnTo>
                    <a:pt x="0" y="2363724"/>
                  </a:lnTo>
                  <a:lnTo>
                    <a:pt x="0" y="0"/>
                  </a:lnTo>
                  <a:close/>
                </a:path>
              </a:pathLst>
            </a:custGeom>
            <a:ln w="128016">
              <a:solidFill>
                <a:srgbClr val="4BEB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286499" y="3834383"/>
              <a:ext cx="1222375" cy="1294130"/>
            </a:xfrm>
            <a:custGeom>
              <a:avLst/>
              <a:gdLst/>
              <a:ahLst/>
              <a:cxnLst/>
              <a:rect l="l" t="t" r="r" b="b"/>
              <a:pathLst>
                <a:path w="1222375" h="1294129">
                  <a:moveTo>
                    <a:pt x="1222248" y="1293876"/>
                  </a:moveTo>
                  <a:lnTo>
                    <a:pt x="0" y="1293876"/>
                  </a:lnTo>
                  <a:lnTo>
                    <a:pt x="0" y="0"/>
                  </a:lnTo>
                  <a:lnTo>
                    <a:pt x="1222248" y="0"/>
                  </a:lnTo>
                  <a:lnTo>
                    <a:pt x="1222248" y="129387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6056376" y="3846576"/>
            <a:ext cx="142240" cy="1297305"/>
          </a:xfrm>
          <a:custGeom>
            <a:avLst/>
            <a:gdLst/>
            <a:ahLst/>
            <a:cxnLst/>
            <a:rect l="l" t="t" r="r" b="b"/>
            <a:pathLst>
              <a:path w="142239" h="1297304">
                <a:moveTo>
                  <a:pt x="47244" y="141731"/>
                </a:moveTo>
                <a:lnTo>
                  <a:pt x="0" y="141731"/>
                </a:lnTo>
                <a:lnTo>
                  <a:pt x="71628" y="0"/>
                </a:lnTo>
                <a:lnTo>
                  <a:pt x="130424" y="118871"/>
                </a:lnTo>
                <a:lnTo>
                  <a:pt x="47244" y="118871"/>
                </a:lnTo>
                <a:lnTo>
                  <a:pt x="47244" y="141731"/>
                </a:lnTo>
                <a:close/>
              </a:path>
              <a:path w="142239" h="1297304">
                <a:moveTo>
                  <a:pt x="94488" y="1179575"/>
                </a:moveTo>
                <a:lnTo>
                  <a:pt x="47244" y="1179575"/>
                </a:lnTo>
                <a:lnTo>
                  <a:pt x="47244" y="118871"/>
                </a:lnTo>
                <a:lnTo>
                  <a:pt x="94488" y="118871"/>
                </a:lnTo>
                <a:lnTo>
                  <a:pt x="94488" y="1179575"/>
                </a:lnTo>
                <a:close/>
              </a:path>
              <a:path w="142239" h="1297304">
                <a:moveTo>
                  <a:pt x="141732" y="141731"/>
                </a:moveTo>
                <a:lnTo>
                  <a:pt x="94488" y="141731"/>
                </a:lnTo>
                <a:lnTo>
                  <a:pt x="94488" y="118871"/>
                </a:lnTo>
                <a:lnTo>
                  <a:pt x="130424" y="118871"/>
                </a:lnTo>
                <a:lnTo>
                  <a:pt x="141732" y="141731"/>
                </a:lnTo>
                <a:close/>
              </a:path>
              <a:path w="142239" h="1297304">
                <a:moveTo>
                  <a:pt x="71628" y="1296924"/>
                </a:moveTo>
                <a:lnTo>
                  <a:pt x="0" y="1155191"/>
                </a:lnTo>
                <a:lnTo>
                  <a:pt x="47244" y="1155191"/>
                </a:lnTo>
                <a:lnTo>
                  <a:pt x="47244" y="1179575"/>
                </a:lnTo>
                <a:lnTo>
                  <a:pt x="129671" y="1179575"/>
                </a:lnTo>
                <a:lnTo>
                  <a:pt x="71628" y="1296924"/>
                </a:lnTo>
                <a:close/>
              </a:path>
              <a:path w="142239" h="1297304">
                <a:moveTo>
                  <a:pt x="129671" y="1179575"/>
                </a:moveTo>
                <a:lnTo>
                  <a:pt x="94488" y="1179575"/>
                </a:lnTo>
                <a:lnTo>
                  <a:pt x="94488" y="1155191"/>
                </a:lnTo>
                <a:lnTo>
                  <a:pt x="141732" y="1155191"/>
                </a:lnTo>
                <a:lnTo>
                  <a:pt x="129671" y="1179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854126" y="4133312"/>
            <a:ext cx="244475" cy="633095"/>
          </a:xfrm>
          <a:prstGeom prst="rect">
            <a:avLst/>
          </a:prstGeom>
        </p:spPr>
        <p:txBody>
          <a:bodyPr vert="vert270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1450" spc="75" dirty="0">
                <a:latin typeface="Trebuchet MS"/>
                <a:cs typeface="Trebuchet MS"/>
              </a:rPr>
              <a:t>Height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82677" y="4336806"/>
            <a:ext cx="83439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50" dirty="0">
                <a:latin typeface="Trebuchet MS"/>
                <a:cs typeface="Trebuchet MS"/>
              </a:rPr>
              <a:t>Content</a:t>
            </a:r>
            <a:endParaRPr sz="165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79705">
              <a:lnSpc>
                <a:spcPct val="100000"/>
              </a:lnSpc>
              <a:spcBef>
                <a:spcPts val="135"/>
              </a:spcBef>
            </a:pPr>
            <a:r>
              <a:rPr spc="160" dirty="0"/>
              <a:t>Width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5372" y="2549170"/>
            <a:ext cx="5731510" cy="3784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spc="235" dirty="0">
                <a:latin typeface="Trebuchet MS"/>
                <a:cs typeface="Trebuchet MS"/>
              </a:rPr>
              <a:t>By</a:t>
            </a:r>
            <a:r>
              <a:rPr sz="2300" spc="-114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default,</a:t>
            </a:r>
            <a:r>
              <a:rPr sz="2300" spc="-114" dirty="0">
                <a:latin typeface="Trebuchet MS"/>
                <a:cs typeface="Trebuchet MS"/>
              </a:rPr>
              <a:t> </a:t>
            </a:r>
            <a:r>
              <a:rPr sz="2300" spc="-70" dirty="0">
                <a:latin typeface="Trebuchet MS"/>
                <a:cs typeface="Trebuchet MS"/>
              </a:rPr>
              <a:t>it</a:t>
            </a:r>
            <a:r>
              <a:rPr sz="2300" spc="-95" dirty="0">
                <a:latin typeface="Trebuchet MS"/>
                <a:cs typeface="Trebuchet MS"/>
              </a:rPr>
              <a:t> </a:t>
            </a:r>
            <a:r>
              <a:rPr sz="2300" spc="165" dirty="0">
                <a:latin typeface="Trebuchet MS"/>
                <a:cs typeface="Trebuchet MS"/>
              </a:rPr>
              <a:t>sets</a:t>
            </a:r>
            <a:r>
              <a:rPr sz="2300" spc="-114" dirty="0">
                <a:latin typeface="Trebuchet MS"/>
                <a:cs typeface="Trebuchet MS"/>
              </a:rPr>
              <a:t> </a:t>
            </a:r>
            <a:r>
              <a:rPr sz="2300" spc="50" dirty="0">
                <a:latin typeface="Trebuchet MS"/>
                <a:cs typeface="Trebuchet MS"/>
              </a:rPr>
              <a:t>the</a:t>
            </a:r>
            <a:r>
              <a:rPr sz="2300" spc="-95" dirty="0">
                <a:latin typeface="Trebuchet MS"/>
                <a:cs typeface="Trebuchet MS"/>
              </a:rPr>
              <a:t> </a:t>
            </a:r>
            <a:r>
              <a:rPr sz="2300" spc="75" dirty="0">
                <a:latin typeface="Trebuchet MS"/>
                <a:cs typeface="Trebuchet MS"/>
              </a:rPr>
              <a:t>content</a:t>
            </a:r>
            <a:r>
              <a:rPr sz="2300" spc="-120" dirty="0">
                <a:latin typeface="Trebuchet MS"/>
                <a:cs typeface="Trebuchet MS"/>
              </a:rPr>
              <a:t> </a:t>
            </a:r>
            <a:r>
              <a:rPr sz="2300" spc="120" dirty="0">
                <a:latin typeface="Trebuchet MS"/>
                <a:cs typeface="Trebuchet MS"/>
              </a:rPr>
              <a:t>area</a:t>
            </a:r>
            <a:r>
              <a:rPr sz="2300" spc="-105" dirty="0">
                <a:latin typeface="Trebuchet MS"/>
                <a:cs typeface="Trebuchet MS"/>
              </a:rPr>
              <a:t> </a:t>
            </a:r>
            <a:r>
              <a:rPr sz="2300" spc="45" dirty="0">
                <a:solidFill>
                  <a:srgbClr val="00AFEF"/>
                </a:solidFill>
                <a:latin typeface="Trebuchet MS"/>
                <a:cs typeface="Trebuchet MS"/>
              </a:rPr>
              <a:t>width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09802" y="3814020"/>
            <a:ext cx="633095" cy="3784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spc="85" dirty="0">
                <a:solidFill>
                  <a:srgbClr val="D47205"/>
                </a:solidFill>
                <a:latin typeface="Trebuchet MS"/>
                <a:cs typeface="Trebuchet MS"/>
              </a:rPr>
              <a:t>div</a:t>
            </a:r>
            <a:r>
              <a:rPr sz="2300" spc="-145" dirty="0">
                <a:solidFill>
                  <a:srgbClr val="D47205"/>
                </a:solidFill>
                <a:latin typeface="Trebuchet MS"/>
                <a:cs typeface="Trebuchet MS"/>
              </a:rPr>
              <a:t> </a:t>
            </a:r>
            <a:r>
              <a:rPr sz="2300" spc="-50" dirty="0">
                <a:solidFill>
                  <a:srgbClr val="D47205"/>
                </a:solidFill>
                <a:latin typeface="Trebuchet MS"/>
                <a:cs typeface="Trebuchet MS"/>
              </a:rPr>
              <a:t>{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64087" y="4234679"/>
            <a:ext cx="1753235" cy="3784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dirty="0">
                <a:latin typeface="Trebuchet MS"/>
                <a:cs typeface="Trebuchet MS"/>
              </a:rPr>
              <a:t>width:</a:t>
            </a:r>
            <a:r>
              <a:rPr sz="2300" spc="30" dirty="0">
                <a:latin typeface="Trebuchet MS"/>
                <a:cs typeface="Trebuchet MS"/>
              </a:rPr>
              <a:t> </a:t>
            </a:r>
            <a:r>
              <a:rPr sz="2300" spc="70" dirty="0">
                <a:latin typeface="Trebuchet MS"/>
                <a:cs typeface="Trebuchet MS"/>
              </a:rPr>
              <a:t>50px;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23382" y="4656775"/>
            <a:ext cx="139065" cy="3784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spc="-50" dirty="0">
                <a:solidFill>
                  <a:srgbClr val="D47205"/>
                </a:solidFill>
                <a:latin typeface="Trebuchet MS"/>
                <a:cs typeface="Trebuchet MS"/>
              </a:rPr>
              <a:t>}</a:t>
            </a:r>
            <a:endParaRPr sz="23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262372" y="3214116"/>
            <a:ext cx="2680970" cy="2491740"/>
            <a:chOff x="5262372" y="3214116"/>
            <a:chExt cx="2680970" cy="2491740"/>
          </a:xfrm>
        </p:grpSpPr>
        <p:sp>
          <p:nvSpPr>
            <p:cNvPr id="8" name="object 8"/>
            <p:cNvSpPr/>
            <p:nvPr/>
          </p:nvSpPr>
          <p:spPr>
            <a:xfrm>
              <a:off x="5326380" y="3278124"/>
              <a:ext cx="2552700" cy="2364105"/>
            </a:xfrm>
            <a:custGeom>
              <a:avLst/>
              <a:gdLst/>
              <a:ahLst/>
              <a:cxnLst/>
              <a:rect l="l" t="t" r="r" b="b"/>
              <a:pathLst>
                <a:path w="2552700" h="2364104">
                  <a:moveTo>
                    <a:pt x="2552699" y="2363724"/>
                  </a:moveTo>
                  <a:lnTo>
                    <a:pt x="0" y="2363724"/>
                  </a:lnTo>
                  <a:lnTo>
                    <a:pt x="0" y="0"/>
                  </a:lnTo>
                  <a:lnTo>
                    <a:pt x="2552699" y="0"/>
                  </a:lnTo>
                  <a:lnTo>
                    <a:pt x="2552699" y="2363724"/>
                  </a:lnTo>
                  <a:close/>
                </a:path>
              </a:pathLst>
            </a:custGeom>
            <a:solidFill>
              <a:srgbClr val="287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326380" y="3278124"/>
              <a:ext cx="2552700" cy="2364105"/>
            </a:xfrm>
            <a:custGeom>
              <a:avLst/>
              <a:gdLst/>
              <a:ahLst/>
              <a:cxnLst/>
              <a:rect l="l" t="t" r="r" b="b"/>
              <a:pathLst>
                <a:path w="2552700" h="2364104">
                  <a:moveTo>
                    <a:pt x="0" y="0"/>
                  </a:moveTo>
                  <a:lnTo>
                    <a:pt x="2552699" y="0"/>
                  </a:lnTo>
                  <a:lnTo>
                    <a:pt x="2552699" y="2363724"/>
                  </a:lnTo>
                  <a:lnTo>
                    <a:pt x="0" y="2363724"/>
                  </a:lnTo>
                  <a:lnTo>
                    <a:pt x="0" y="0"/>
                  </a:lnTo>
                  <a:close/>
                </a:path>
              </a:pathLst>
            </a:custGeom>
            <a:ln w="128016">
              <a:solidFill>
                <a:srgbClr val="4BEB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987796" y="3813048"/>
              <a:ext cx="1221105" cy="1292860"/>
            </a:xfrm>
            <a:custGeom>
              <a:avLst/>
              <a:gdLst/>
              <a:ahLst/>
              <a:cxnLst/>
              <a:rect l="l" t="t" r="r" b="b"/>
              <a:pathLst>
                <a:path w="1221104" h="1292860">
                  <a:moveTo>
                    <a:pt x="1220723" y="1292351"/>
                  </a:moveTo>
                  <a:lnTo>
                    <a:pt x="0" y="1292351"/>
                  </a:lnTo>
                  <a:lnTo>
                    <a:pt x="0" y="0"/>
                  </a:lnTo>
                  <a:lnTo>
                    <a:pt x="1220723" y="0"/>
                  </a:lnTo>
                  <a:lnTo>
                    <a:pt x="1220723" y="12923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116864" y="4289568"/>
            <a:ext cx="83439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50" dirty="0">
                <a:latin typeface="Trebuchet MS"/>
                <a:cs typeface="Trebuchet MS"/>
              </a:rPr>
              <a:t>Content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84513" y="3385830"/>
            <a:ext cx="553720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45" dirty="0">
                <a:latin typeface="Trebuchet MS"/>
                <a:cs typeface="Trebuchet MS"/>
              </a:rPr>
              <a:t>Width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963412" y="3605783"/>
            <a:ext cx="1179830" cy="142240"/>
          </a:xfrm>
          <a:custGeom>
            <a:avLst/>
            <a:gdLst/>
            <a:ahLst/>
            <a:cxnLst/>
            <a:rect l="l" t="t" r="r" b="b"/>
            <a:pathLst>
              <a:path w="1179829" h="142239">
                <a:moveTo>
                  <a:pt x="141732" y="141732"/>
                </a:moveTo>
                <a:lnTo>
                  <a:pt x="0" y="70104"/>
                </a:lnTo>
                <a:lnTo>
                  <a:pt x="141732" y="0"/>
                </a:lnTo>
                <a:lnTo>
                  <a:pt x="141732" y="47244"/>
                </a:lnTo>
                <a:lnTo>
                  <a:pt x="117348" y="47244"/>
                </a:lnTo>
                <a:lnTo>
                  <a:pt x="117348" y="94488"/>
                </a:lnTo>
                <a:lnTo>
                  <a:pt x="141732" y="94488"/>
                </a:lnTo>
                <a:lnTo>
                  <a:pt x="141732" y="141732"/>
                </a:lnTo>
                <a:close/>
              </a:path>
              <a:path w="1179829" h="142239">
                <a:moveTo>
                  <a:pt x="1037844" y="141732"/>
                </a:moveTo>
                <a:lnTo>
                  <a:pt x="1037844" y="0"/>
                </a:lnTo>
                <a:lnTo>
                  <a:pt x="1133359" y="47244"/>
                </a:lnTo>
                <a:lnTo>
                  <a:pt x="1062228" y="47244"/>
                </a:lnTo>
                <a:lnTo>
                  <a:pt x="1062228" y="94488"/>
                </a:lnTo>
                <a:lnTo>
                  <a:pt x="1131326" y="94488"/>
                </a:lnTo>
                <a:lnTo>
                  <a:pt x="1037844" y="141732"/>
                </a:lnTo>
                <a:close/>
              </a:path>
              <a:path w="1179829" h="142239">
                <a:moveTo>
                  <a:pt x="141732" y="94488"/>
                </a:moveTo>
                <a:lnTo>
                  <a:pt x="117348" y="94488"/>
                </a:lnTo>
                <a:lnTo>
                  <a:pt x="117348" y="47244"/>
                </a:lnTo>
                <a:lnTo>
                  <a:pt x="141732" y="47244"/>
                </a:lnTo>
                <a:lnTo>
                  <a:pt x="141732" y="94488"/>
                </a:lnTo>
                <a:close/>
              </a:path>
              <a:path w="1179829" h="142239">
                <a:moveTo>
                  <a:pt x="1037844" y="94488"/>
                </a:moveTo>
                <a:lnTo>
                  <a:pt x="141732" y="94488"/>
                </a:lnTo>
                <a:lnTo>
                  <a:pt x="141732" y="47244"/>
                </a:lnTo>
                <a:lnTo>
                  <a:pt x="1037844" y="47244"/>
                </a:lnTo>
                <a:lnTo>
                  <a:pt x="1037844" y="94488"/>
                </a:lnTo>
                <a:close/>
              </a:path>
              <a:path w="1179829" h="142239">
                <a:moveTo>
                  <a:pt x="1131326" y="94488"/>
                </a:moveTo>
                <a:lnTo>
                  <a:pt x="1062228" y="94488"/>
                </a:lnTo>
                <a:lnTo>
                  <a:pt x="1062228" y="47244"/>
                </a:lnTo>
                <a:lnTo>
                  <a:pt x="1133359" y="47244"/>
                </a:lnTo>
                <a:lnTo>
                  <a:pt x="1179576" y="70104"/>
                </a:lnTo>
                <a:lnTo>
                  <a:pt x="1131326" y="944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90" dirty="0"/>
              <a:t>Border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5372" y="2549170"/>
            <a:ext cx="4542155" cy="3784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spc="215" dirty="0">
                <a:latin typeface="Trebuchet MS"/>
                <a:cs typeface="Trebuchet MS"/>
              </a:rPr>
              <a:t>Used</a:t>
            </a:r>
            <a:r>
              <a:rPr sz="2300" spc="-13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to</a:t>
            </a:r>
            <a:r>
              <a:rPr sz="2300" spc="-100" dirty="0">
                <a:latin typeface="Trebuchet MS"/>
                <a:cs typeface="Trebuchet MS"/>
              </a:rPr>
              <a:t> </a:t>
            </a:r>
            <a:r>
              <a:rPr sz="2300" spc="114" dirty="0">
                <a:latin typeface="Trebuchet MS"/>
                <a:cs typeface="Trebuchet MS"/>
              </a:rPr>
              <a:t>set</a:t>
            </a:r>
            <a:r>
              <a:rPr sz="2300" spc="-130" dirty="0">
                <a:latin typeface="Trebuchet MS"/>
                <a:cs typeface="Trebuchet MS"/>
              </a:rPr>
              <a:t> </a:t>
            </a:r>
            <a:r>
              <a:rPr sz="2300" spc="145" dirty="0">
                <a:latin typeface="Trebuchet MS"/>
                <a:cs typeface="Trebuchet MS"/>
              </a:rPr>
              <a:t>an</a:t>
            </a:r>
            <a:r>
              <a:rPr sz="2300" spc="-105" dirty="0">
                <a:latin typeface="Trebuchet MS"/>
                <a:cs typeface="Trebuchet MS"/>
              </a:rPr>
              <a:t> </a:t>
            </a:r>
            <a:r>
              <a:rPr sz="2300" spc="105" dirty="0">
                <a:latin typeface="Trebuchet MS"/>
                <a:cs typeface="Trebuchet MS"/>
              </a:rPr>
              <a:t>element's</a:t>
            </a:r>
            <a:r>
              <a:rPr sz="2300" spc="-130" dirty="0">
                <a:latin typeface="Trebuchet MS"/>
                <a:cs typeface="Trebuchet MS"/>
              </a:rPr>
              <a:t> </a:t>
            </a:r>
            <a:r>
              <a:rPr sz="2300" spc="114" dirty="0">
                <a:solidFill>
                  <a:srgbClr val="00AFEF"/>
                </a:solidFill>
                <a:latin typeface="Trebuchet MS"/>
                <a:cs typeface="Trebuchet MS"/>
              </a:rPr>
              <a:t>border</a:t>
            </a:r>
            <a:endParaRPr sz="23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053327" y="2500883"/>
            <a:ext cx="2680970" cy="2491740"/>
            <a:chOff x="6053327" y="2500883"/>
            <a:chExt cx="2680970" cy="2491740"/>
          </a:xfrm>
        </p:grpSpPr>
        <p:sp>
          <p:nvSpPr>
            <p:cNvPr id="5" name="object 5"/>
            <p:cNvSpPr/>
            <p:nvPr/>
          </p:nvSpPr>
          <p:spPr>
            <a:xfrm>
              <a:off x="6117335" y="2564891"/>
              <a:ext cx="2552700" cy="2364105"/>
            </a:xfrm>
            <a:custGeom>
              <a:avLst/>
              <a:gdLst/>
              <a:ahLst/>
              <a:cxnLst/>
              <a:rect l="l" t="t" r="r" b="b"/>
              <a:pathLst>
                <a:path w="2552700" h="2364104">
                  <a:moveTo>
                    <a:pt x="2552700" y="2363724"/>
                  </a:moveTo>
                  <a:lnTo>
                    <a:pt x="0" y="2363724"/>
                  </a:lnTo>
                  <a:lnTo>
                    <a:pt x="0" y="0"/>
                  </a:lnTo>
                  <a:lnTo>
                    <a:pt x="2552700" y="0"/>
                  </a:lnTo>
                  <a:lnTo>
                    <a:pt x="2552700" y="2363724"/>
                  </a:lnTo>
                  <a:close/>
                </a:path>
              </a:pathLst>
            </a:custGeom>
            <a:solidFill>
              <a:srgbClr val="287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117335" y="2564891"/>
              <a:ext cx="2552700" cy="2364105"/>
            </a:xfrm>
            <a:custGeom>
              <a:avLst/>
              <a:gdLst/>
              <a:ahLst/>
              <a:cxnLst/>
              <a:rect l="l" t="t" r="r" b="b"/>
              <a:pathLst>
                <a:path w="2552700" h="2364104">
                  <a:moveTo>
                    <a:pt x="0" y="0"/>
                  </a:moveTo>
                  <a:lnTo>
                    <a:pt x="2552700" y="0"/>
                  </a:lnTo>
                  <a:lnTo>
                    <a:pt x="2552700" y="2363724"/>
                  </a:lnTo>
                  <a:lnTo>
                    <a:pt x="0" y="2363724"/>
                  </a:lnTo>
                  <a:lnTo>
                    <a:pt x="0" y="0"/>
                  </a:lnTo>
                  <a:close/>
                </a:path>
              </a:pathLst>
            </a:custGeom>
            <a:ln w="128016">
              <a:solidFill>
                <a:srgbClr val="4BEB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778751" y="3099816"/>
              <a:ext cx="1221105" cy="1294130"/>
            </a:xfrm>
            <a:custGeom>
              <a:avLst/>
              <a:gdLst/>
              <a:ahLst/>
              <a:cxnLst/>
              <a:rect l="l" t="t" r="r" b="b"/>
              <a:pathLst>
                <a:path w="1221104" h="1294129">
                  <a:moveTo>
                    <a:pt x="1220724" y="1293875"/>
                  </a:moveTo>
                  <a:lnTo>
                    <a:pt x="0" y="1293875"/>
                  </a:lnTo>
                  <a:lnTo>
                    <a:pt x="0" y="0"/>
                  </a:lnTo>
                  <a:lnTo>
                    <a:pt x="1220724" y="0"/>
                  </a:lnTo>
                  <a:lnTo>
                    <a:pt x="1220724" y="12938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907820" y="3576374"/>
            <a:ext cx="83439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50" dirty="0">
                <a:latin typeface="Trebuchet MS"/>
                <a:cs typeface="Trebuchet MS"/>
              </a:rPr>
              <a:t>Content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33352" y="3890190"/>
            <a:ext cx="5801360" cy="15157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spc="80" dirty="0">
                <a:latin typeface="Trebuchet MS"/>
                <a:cs typeface="Trebuchet MS"/>
              </a:rPr>
              <a:t>border-</a:t>
            </a:r>
            <a:r>
              <a:rPr sz="1950" spc="60" dirty="0">
                <a:latin typeface="Trebuchet MS"/>
                <a:cs typeface="Trebuchet MS"/>
              </a:rPr>
              <a:t>width</a:t>
            </a:r>
            <a:r>
              <a:rPr sz="1950" spc="-95" dirty="0">
                <a:latin typeface="Trebuchet MS"/>
                <a:cs typeface="Trebuchet MS"/>
              </a:rPr>
              <a:t> </a:t>
            </a:r>
            <a:r>
              <a:rPr sz="1950" spc="-100" dirty="0">
                <a:latin typeface="Trebuchet MS"/>
                <a:cs typeface="Trebuchet MS"/>
              </a:rPr>
              <a:t>:</a:t>
            </a:r>
            <a:r>
              <a:rPr sz="1950" spc="-65" dirty="0">
                <a:latin typeface="Trebuchet MS"/>
                <a:cs typeface="Trebuchet MS"/>
              </a:rPr>
              <a:t> </a:t>
            </a:r>
            <a:r>
              <a:rPr sz="1950" spc="35" dirty="0">
                <a:latin typeface="Trebuchet MS"/>
                <a:cs typeface="Trebuchet MS"/>
              </a:rPr>
              <a:t>2px;</a:t>
            </a:r>
            <a:endParaRPr sz="1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645"/>
              </a:spcBef>
            </a:pPr>
            <a:r>
              <a:rPr sz="1950" spc="80" dirty="0">
                <a:latin typeface="Trebuchet MS"/>
                <a:cs typeface="Trebuchet MS"/>
              </a:rPr>
              <a:t>border-</a:t>
            </a:r>
            <a:r>
              <a:rPr sz="1950" spc="70" dirty="0">
                <a:latin typeface="Trebuchet MS"/>
                <a:cs typeface="Trebuchet MS"/>
              </a:rPr>
              <a:t>style</a:t>
            </a:r>
            <a:r>
              <a:rPr sz="1950" spc="-75" dirty="0">
                <a:latin typeface="Trebuchet MS"/>
                <a:cs typeface="Trebuchet MS"/>
              </a:rPr>
              <a:t> </a:t>
            </a:r>
            <a:r>
              <a:rPr sz="1950" spc="-105" dirty="0">
                <a:latin typeface="Trebuchet MS"/>
                <a:cs typeface="Trebuchet MS"/>
              </a:rPr>
              <a:t>: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spc="95" dirty="0">
                <a:latin typeface="Trebuchet MS"/>
                <a:cs typeface="Trebuchet MS"/>
              </a:rPr>
              <a:t>solid</a:t>
            </a:r>
            <a:r>
              <a:rPr sz="1950" spc="-75" dirty="0">
                <a:latin typeface="Trebuchet MS"/>
                <a:cs typeface="Trebuchet MS"/>
              </a:rPr>
              <a:t> </a:t>
            </a:r>
            <a:r>
              <a:rPr sz="1950" spc="-475" dirty="0">
                <a:latin typeface="Trebuchet MS"/>
                <a:cs typeface="Trebuchet MS"/>
              </a:rPr>
              <a:t>/</a:t>
            </a:r>
            <a:r>
              <a:rPr sz="1950" spc="-100" dirty="0">
                <a:latin typeface="Trebuchet MS"/>
                <a:cs typeface="Trebuchet MS"/>
              </a:rPr>
              <a:t> </a:t>
            </a:r>
            <a:r>
              <a:rPr sz="1950" spc="55" dirty="0">
                <a:latin typeface="Trebuchet MS"/>
                <a:cs typeface="Trebuchet MS"/>
              </a:rPr>
              <a:t>dotted</a:t>
            </a:r>
            <a:r>
              <a:rPr sz="1950" spc="-75" dirty="0">
                <a:latin typeface="Trebuchet MS"/>
                <a:cs typeface="Trebuchet MS"/>
              </a:rPr>
              <a:t> </a:t>
            </a:r>
            <a:r>
              <a:rPr sz="1950" spc="-475" dirty="0">
                <a:latin typeface="Trebuchet MS"/>
                <a:cs typeface="Trebuchet MS"/>
              </a:rPr>
              <a:t>/</a:t>
            </a:r>
            <a:r>
              <a:rPr sz="1950" spc="-80" dirty="0">
                <a:latin typeface="Trebuchet MS"/>
                <a:cs typeface="Trebuchet MS"/>
              </a:rPr>
              <a:t> </a:t>
            </a:r>
            <a:r>
              <a:rPr sz="1950" spc="145" dirty="0">
                <a:latin typeface="Trebuchet MS"/>
                <a:cs typeface="Trebuchet MS"/>
              </a:rPr>
              <a:t>dashed</a:t>
            </a:r>
            <a:endParaRPr sz="1950">
              <a:latin typeface="Trebuchet MS"/>
              <a:cs typeface="Trebuchet MS"/>
            </a:endParaRPr>
          </a:p>
          <a:p>
            <a:pPr marL="12700">
              <a:lnSpc>
                <a:spcPts val="2050"/>
              </a:lnSpc>
              <a:spcBef>
                <a:spcPts val="1630"/>
              </a:spcBef>
            </a:pPr>
            <a:r>
              <a:rPr sz="1950" spc="80" dirty="0">
                <a:latin typeface="Trebuchet MS"/>
                <a:cs typeface="Trebuchet MS"/>
              </a:rPr>
              <a:t>border-</a:t>
            </a:r>
            <a:r>
              <a:rPr sz="1950" spc="105" dirty="0">
                <a:latin typeface="Trebuchet MS"/>
                <a:cs typeface="Trebuchet MS"/>
              </a:rPr>
              <a:t>color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-105" dirty="0">
                <a:latin typeface="Trebuchet MS"/>
                <a:cs typeface="Trebuchet MS"/>
              </a:rPr>
              <a:t>:</a:t>
            </a:r>
            <a:r>
              <a:rPr sz="1950" spc="-80" dirty="0">
                <a:latin typeface="Trebuchet MS"/>
                <a:cs typeface="Trebuchet MS"/>
              </a:rPr>
              <a:t> </a:t>
            </a:r>
            <a:r>
              <a:rPr sz="1950" spc="55" dirty="0">
                <a:latin typeface="Trebuchet MS"/>
                <a:cs typeface="Trebuchet MS"/>
              </a:rPr>
              <a:t>black;</a:t>
            </a:r>
            <a:endParaRPr sz="1950">
              <a:latin typeface="Trebuchet MS"/>
              <a:cs typeface="Trebuchet MS"/>
            </a:endParaRPr>
          </a:p>
          <a:p>
            <a:pPr marL="5073650">
              <a:lnSpc>
                <a:spcPts val="1689"/>
              </a:lnSpc>
            </a:pPr>
            <a:r>
              <a:rPr sz="1650" b="1" spc="45" dirty="0">
                <a:solidFill>
                  <a:srgbClr val="D47205"/>
                </a:solidFill>
                <a:latin typeface="Trebuchet MS"/>
                <a:cs typeface="Trebuchet MS"/>
              </a:rPr>
              <a:t>Border</a:t>
            </a:r>
            <a:endParaRPr sz="165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5372" y="2549170"/>
            <a:ext cx="1527175" cy="3784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spc="135" dirty="0">
                <a:solidFill>
                  <a:srgbClr val="00AFEF"/>
                </a:solidFill>
                <a:latin typeface="Trebuchet MS"/>
                <a:cs typeface="Trebuchet MS"/>
              </a:rPr>
              <a:t>Shorthand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64087" y="3814020"/>
            <a:ext cx="3426460" cy="3784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spc="125" dirty="0">
                <a:latin typeface="Trebuchet MS"/>
                <a:cs typeface="Trebuchet MS"/>
              </a:rPr>
              <a:t>border</a:t>
            </a:r>
            <a:r>
              <a:rPr sz="2300" spc="-130" dirty="0">
                <a:latin typeface="Trebuchet MS"/>
                <a:cs typeface="Trebuchet MS"/>
              </a:rPr>
              <a:t> </a:t>
            </a:r>
            <a:r>
              <a:rPr sz="2300" spc="-135" dirty="0">
                <a:latin typeface="Trebuchet MS"/>
                <a:cs typeface="Trebuchet MS"/>
              </a:rPr>
              <a:t>: </a:t>
            </a:r>
            <a:r>
              <a:rPr sz="2300" spc="120" dirty="0">
                <a:latin typeface="Trebuchet MS"/>
                <a:cs typeface="Trebuchet MS"/>
              </a:rPr>
              <a:t>2px</a:t>
            </a:r>
            <a:r>
              <a:rPr sz="2300" spc="-135" dirty="0">
                <a:latin typeface="Trebuchet MS"/>
                <a:cs typeface="Trebuchet MS"/>
              </a:rPr>
              <a:t> </a:t>
            </a:r>
            <a:r>
              <a:rPr sz="2300" spc="110" dirty="0">
                <a:latin typeface="Trebuchet MS"/>
                <a:cs typeface="Trebuchet MS"/>
              </a:rPr>
              <a:t>solid</a:t>
            </a:r>
            <a:r>
              <a:rPr sz="2300" spc="-120" dirty="0">
                <a:latin typeface="Trebuchet MS"/>
                <a:cs typeface="Trebuchet MS"/>
              </a:rPr>
              <a:t> </a:t>
            </a:r>
            <a:r>
              <a:rPr sz="2300" spc="55" dirty="0">
                <a:latin typeface="Trebuchet MS"/>
                <a:cs typeface="Trebuchet MS"/>
              </a:rPr>
              <a:t>black;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55490" y="1671367"/>
            <a:ext cx="1731645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90" dirty="0"/>
              <a:t>Border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408" y="2549170"/>
            <a:ext cx="8640445" cy="3784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spc="215" dirty="0">
                <a:latin typeface="Trebuchet MS"/>
                <a:cs typeface="Trebuchet MS"/>
              </a:rPr>
              <a:t>Used</a:t>
            </a:r>
            <a:r>
              <a:rPr sz="2300" spc="-12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to</a:t>
            </a:r>
            <a:r>
              <a:rPr sz="2300" spc="-90" dirty="0">
                <a:latin typeface="Trebuchet MS"/>
                <a:cs typeface="Trebuchet MS"/>
              </a:rPr>
              <a:t> </a:t>
            </a:r>
            <a:r>
              <a:rPr sz="2300" spc="114" dirty="0">
                <a:solidFill>
                  <a:srgbClr val="00AFEF"/>
                </a:solidFill>
                <a:latin typeface="Trebuchet MS"/>
                <a:cs typeface="Trebuchet MS"/>
              </a:rPr>
              <a:t>round</a:t>
            </a:r>
            <a:r>
              <a:rPr sz="2300" spc="-145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2300" spc="50" dirty="0">
                <a:solidFill>
                  <a:srgbClr val="00AFEF"/>
                </a:solidFill>
                <a:latin typeface="Trebuchet MS"/>
                <a:cs typeface="Trebuchet MS"/>
              </a:rPr>
              <a:t>the</a:t>
            </a:r>
            <a:r>
              <a:rPr sz="2300" spc="-100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2300" spc="155" dirty="0">
                <a:solidFill>
                  <a:srgbClr val="00AFEF"/>
                </a:solidFill>
                <a:latin typeface="Trebuchet MS"/>
                <a:cs typeface="Trebuchet MS"/>
              </a:rPr>
              <a:t>corners</a:t>
            </a:r>
            <a:r>
              <a:rPr sz="2300" spc="-140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of</a:t>
            </a:r>
            <a:r>
              <a:rPr sz="2300" spc="170" dirty="0">
                <a:latin typeface="Trebuchet MS"/>
                <a:cs typeface="Trebuchet MS"/>
              </a:rPr>
              <a:t> </a:t>
            </a:r>
            <a:r>
              <a:rPr sz="2300" spc="135" dirty="0">
                <a:latin typeface="Trebuchet MS"/>
                <a:cs typeface="Trebuchet MS"/>
              </a:rPr>
              <a:t>an</a:t>
            </a:r>
            <a:r>
              <a:rPr sz="2300" spc="-95" dirty="0">
                <a:latin typeface="Trebuchet MS"/>
                <a:cs typeface="Trebuchet MS"/>
              </a:rPr>
              <a:t> </a:t>
            </a:r>
            <a:r>
              <a:rPr sz="2300" spc="105" dirty="0">
                <a:latin typeface="Trebuchet MS"/>
                <a:cs typeface="Trebuchet MS"/>
              </a:rPr>
              <a:t>element's</a:t>
            </a:r>
            <a:r>
              <a:rPr sz="2300" spc="-140" dirty="0">
                <a:latin typeface="Trebuchet MS"/>
                <a:cs typeface="Trebuchet MS"/>
              </a:rPr>
              <a:t> </a:t>
            </a:r>
            <a:r>
              <a:rPr sz="2300" spc="80" dirty="0">
                <a:latin typeface="Trebuchet MS"/>
                <a:cs typeface="Trebuchet MS"/>
              </a:rPr>
              <a:t>outer</a:t>
            </a:r>
            <a:r>
              <a:rPr sz="2300" spc="-135" dirty="0">
                <a:latin typeface="Trebuchet MS"/>
                <a:cs typeface="Trebuchet MS"/>
              </a:rPr>
              <a:t> </a:t>
            </a:r>
            <a:r>
              <a:rPr sz="2300" spc="125" dirty="0">
                <a:latin typeface="Trebuchet MS"/>
                <a:cs typeface="Trebuchet MS"/>
              </a:rPr>
              <a:t>border</a:t>
            </a:r>
            <a:r>
              <a:rPr sz="2300" spc="-135" dirty="0">
                <a:latin typeface="Trebuchet MS"/>
                <a:cs typeface="Trebuchet MS"/>
              </a:rPr>
              <a:t> </a:t>
            </a:r>
            <a:r>
              <a:rPr sz="2300" spc="135" dirty="0">
                <a:latin typeface="Trebuchet MS"/>
                <a:cs typeface="Trebuchet MS"/>
              </a:rPr>
              <a:t>edge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58743" y="3793938"/>
            <a:ext cx="3413760" cy="8337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spc="80" dirty="0">
                <a:latin typeface="Trebuchet MS"/>
                <a:cs typeface="Trebuchet MS"/>
              </a:rPr>
              <a:t>border-</a:t>
            </a:r>
            <a:r>
              <a:rPr sz="1950" spc="114" dirty="0">
                <a:latin typeface="Trebuchet MS"/>
                <a:cs typeface="Trebuchet MS"/>
              </a:rPr>
              <a:t>radius</a:t>
            </a:r>
            <a:r>
              <a:rPr sz="1950" spc="-80" dirty="0">
                <a:latin typeface="Trebuchet MS"/>
                <a:cs typeface="Trebuchet MS"/>
              </a:rPr>
              <a:t> </a:t>
            </a:r>
            <a:r>
              <a:rPr sz="1950" spc="-105" dirty="0">
                <a:latin typeface="Trebuchet MS"/>
                <a:cs typeface="Trebuchet MS"/>
              </a:rPr>
              <a:t>:</a:t>
            </a:r>
            <a:r>
              <a:rPr sz="1950" spc="-75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10px;</a:t>
            </a:r>
            <a:endParaRPr sz="195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645"/>
              </a:spcBef>
            </a:pPr>
            <a:r>
              <a:rPr sz="1950" spc="140" dirty="0">
                <a:latin typeface="Trebuchet MS"/>
                <a:cs typeface="Trebuchet MS"/>
              </a:rPr>
              <a:t>Border</a:t>
            </a:r>
            <a:r>
              <a:rPr sz="1950" spc="-105" dirty="0">
                <a:latin typeface="Trebuchet MS"/>
                <a:cs typeface="Trebuchet MS"/>
              </a:rPr>
              <a:t> </a:t>
            </a:r>
            <a:r>
              <a:rPr sz="1950" spc="80" dirty="0">
                <a:latin typeface="Trebuchet MS"/>
                <a:cs typeface="Trebuchet MS"/>
              </a:rPr>
              <a:t>border-</a:t>
            </a:r>
            <a:r>
              <a:rPr sz="1950" spc="120" dirty="0">
                <a:latin typeface="Trebuchet MS"/>
                <a:cs typeface="Trebuchet MS"/>
              </a:rPr>
              <a:t>radius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-105" dirty="0">
                <a:latin typeface="Trebuchet MS"/>
                <a:cs typeface="Trebuchet MS"/>
              </a:rPr>
              <a:t>: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150" dirty="0">
                <a:latin typeface="Trebuchet MS"/>
                <a:cs typeface="Trebuchet MS"/>
              </a:rPr>
              <a:t>50%;</a:t>
            </a:r>
            <a:endParaRPr sz="195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200" dirty="0"/>
              <a:t>Border</a:t>
            </a:r>
            <a:r>
              <a:rPr spc="-70" dirty="0"/>
              <a:t> </a:t>
            </a:r>
            <a:r>
              <a:rPr spc="225" dirty="0"/>
              <a:t>Radius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210" dirty="0"/>
              <a:t>Padding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5432" y="2707687"/>
            <a:ext cx="2811145" cy="25527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01295" indent="-188595">
              <a:lnSpc>
                <a:spcPct val="100000"/>
              </a:lnSpc>
              <a:spcBef>
                <a:spcPts val="90"/>
              </a:spcBef>
              <a:buFont typeface="Arial"/>
              <a:buChar char="•"/>
              <a:tabLst>
                <a:tab pos="201295" algn="l"/>
              </a:tabLst>
            </a:pPr>
            <a:r>
              <a:rPr sz="2650" spc="120" dirty="0">
                <a:latin typeface="Trebuchet MS"/>
                <a:cs typeface="Trebuchet MS"/>
              </a:rPr>
              <a:t>padding-</a:t>
            </a:r>
            <a:r>
              <a:rPr sz="2650" spc="-20" dirty="0">
                <a:latin typeface="Trebuchet MS"/>
                <a:cs typeface="Trebuchet MS"/>
              </a:rPr>
              <a:t>left</a:t>
            </a:r>
            <a:endParaRPr sz="2650">
              <a:latin typeface="Trebuchet MS"/>
              <a:cs typeface="Trebuchet MS"/>
            </a:endParaRPr>
          </a:p>
          <a:p>
            <a:pPr marL="201295" indent="-188595">
              <a:lnSpc>
                <a:spcPct val="100000"/>
              </a:lnSpc>
              <a:spcBef>
                <a:spcPts val="2400"/>
              </a:spcBef>
              <a:buFont typeface="Arial"/>
              <a:buChar char="•"/>
              <a:tabLst>
                <a:tab pos="201295" algn="l"/>
              </a:tabLst>
            </a:pPr>
            <a:r>
              <a:rPr sz="2650" spc="120" dirty="0">
                <a:latin typeface="Trebuchet MS"/>
                <a:cs typeface="Trebuchet MS"/>
              </a:rPr>
              <a:t>padding-</a:t>
            </a:r>
            <a:r>
              <a:rPr sz="2650" spc="70" dirty="0">
                <a:latin typeface="Trebuchet MS"/>
                <a:cs typeface="Trebuchet MS"/>
              </a:rPr>
              <a:t>right</a:t>
            </a:r>
            <a:endParaRPr sz="2650">
              <a:latin typeface="Trebuchet MS"/>
              <a:cs typeface="Trebuchet MS"/>
            </a:endParaRPr>
          </a:p>
          <a:p>
            <a:pPr marL="201295" indent="-188595">
              <a:lnSpc>
                <a:spcPct val="100000"/>
              </a:lnSpc>
              <a:spcBef>
                <a:spcPts val="2400"/>
              </a:spcBef>
              <a:buFont typeface="Arial"/>
              <a:buChar char="•"/>
              <a:tabLst>
                <a:tab pos="201295" algn="l"/>
              </a:tabLst>
            </a:pPr>
            <a:r>
              <a:rPr sz="2650" spc="120" dirty="0">
                <a:latin typeface="Trebuchet MS"/>
                <a:cs typeface="Trebuchet MS"/>
              </a:rPr>
              <a:t>padding-</a:t>
            </a:r>
            <a:r>
              <a:rPr sz="2650" spc="40" dirty="0">
                <a:latin typeface="Trebuchet MS"/>
                <a:cs typeface="Trebuchet MS"/>
              </a:rPr>
              <a:t>top</a:t>
            </a:r>
            <a:endParaRPr sz="2650">
              <a:latin typeface="Trebuchet MS"/>
              <a:cs typeface="Trebuchet MS"/>
            </a:endParaRPr>
          </a:p>
          <a:p>
            <a:pPr marL="201295" indent="-188595">
              <a:lnSpc>
                <a:spcPct val="100000"/>
              </a:lnSpc>
              <a:spcBef>
                <a:spcPts val="2385"/>
              </a:spcBef>
              <a:buFont typeface="Arial"/>
              <a:buChar char="•"/>
              <a:tabLst>
                <a:tab pos="201295" algn="l"/>
              </a:tabLst>
            </a:pPr>
            <a:r>
              <a:rPr sz="2650" spc="120" dirty="0">
                <a:latin typeface="Trebuchet MS"/>
                <a:cs typeface="Trebuchet MS"/>
              </a:rPr>
              <a:t>padding-</a:t>
            </a:r>
            <a:r>
              <a:rPr sz="2650" spc="50" dirty="0">
                <a:latin typeface="Trebuchet MS"/>
                <a:cs typeface="Trebuchet MS"/>
              </a:rPr>
              <a:t>bottom</a:t>
            </a:r>
            <a:endParaRPr sz="265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486800" y="2808682"/>
            <a:ext cx="2552700" cy="2364105"/>
            <a:chOff x="5494019" y="2705100"/>
            <a:chExt cx="2552700" cy="2364105"/>
          </a:xfrm>
        </p:grpSpPr>
        <p:sp>
          <p:nvSpPr>
            <p:cNvPr id="5" name="object 5"/>
            <p:cNvSpPr/>
            <p:nvPr/>
          </p:nvSpPr>
          <p:spPr>
            <a:xfrm>
              <a:off x="5494019" y="2705100"/>
              <a:ext cx="2552700" cy="2364105"/>
            </a:xfrm>
            <a:custGeom>
              <a:avLst/>
              <a:gdLst/>
              <a:ahLst/>
              <a:cxnLst/>
              <a:rect l="l" t="t" r="r" b="b"/>
              <a:pathLst>
                <a:path w="2552700" h="2364104">
                  <a:moveTo>
                    <a:pt x="2552700" y="2363723"/>
                  </a:moveTo>
                  <a:lnTo>
                    <a:pt x="0" y="2363723"/>
                  </a:lnTo>
                  <a:lnTo>
                    <a:pt x="0" y="0"/>
                  </a:lnTo>
                  <a:lnTo>
                    <a:pt x="2552700" y="0"/>
                  </a:lnTo>
                  <a:lnTo>
                    <a:pt x="2552700" y="2363723"/>
                  </a:lnTo>
                  <a:close/>
                </a:path>
              </a:pathLst>
            </a:custGeom>
            <a:solidFill>
              <a:srgbClr val="287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94019" y="2705100"/>
              <a:ext cx="2552700" cy="2364105"/>
            </a:xfrm>
            <a:custGeom>
              <a:avLst/>
              <a:gdLst/>
              <a:ahLst/>
              <a:cxnLst/>
              <a:rect l="l" t="t" r="r" b="b"/>
              <a:pathLst>
                <a:path w="2552700" h="2364104">
                  <a:moveTo>
                    <a:pt x="0" y="0"/>
                  </a:moveTo>
                  <a:lnTo>
                    <a:pt x="2552700" y="0"/>
                  </a:lnTo>
                  <a:lnTo>
                    <a:pt x="2552700" y="2363723"/>
                  </a:lnTo>
                  <a:lnTo>
                    <a:pt x="0" y="2363723"/>
                  </a:lnTo>
                  <a:lnTo>
                    <a:pt x="0" y="0"/>
                  </a:lnTo>
                  <a:close/>
                </a:path>
              </a:pathLst>
            </a:custGeom>
            <a:ln w="128016">
              <a:solidFill>
                <a:srgbClr val="4BEB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314018" y="3190635"/>
              <a:ext cx="1032009" cy="1054608"/>
            </a:xfrm>
            <a:custGeom>
              <a:avLst/>
              <a:gdLst/>
              <a:ahLst/>
              <a:cxnLst/>
              <a:rect l="l" t="t" r="r" b="b"/>
              <a:pathLst>
                <a:path w="1221104" h="1294129">
                  <a:moveTo>
                    <a:pt x="1220724" y="1293875"/>
                  </a:moveTo>
                  <a:lnTo>
                    <a:pt x="0" y="1293875"/>
                  </a:lnTo>
                  <a:lnTo>
                    <a:pt x="0" y="0"/>
                  </a:lnTo>
                  <a:lnTo>
                    <a:pt x="1220724" y="0"/>
                  </a:lnTo>
                  <a:lnTo>
                    <a:pt x="1220724" y="12938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394808" y="3723354"/>
            <a:ext cx="873427" cy="26738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50" dirty="0">
                <a:latin typeface="Trebuchet MS"/>
                <a:cs typeface="Trebuchet MS"/>
              </a:rPr>
              <a:t>Content</a:t>
            </a:r>
            <a:endParaRPr sz="1650" dirty="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514343" y="4515145"/>
            <a:ext cx="140335" cy="536574"/>
          </a:xfrm>
          <a:custGeom>
            <a:avLst/>
            <a:gdLst/>
            <a:ahLst/>
            <a:cxnLst/>
            <a:rect l="l" t="t" r="r" b="b"/>
            <a:pathLst>
              <a:path w="140334" h="410210">
                <a:moveTo>
                  <a:pt x="47244" y="141731"/>
                </a:moveTo>
                <a:lnTo>
                  <a:pt x="0" y="141731"/>
                </a:lnTo>
                <a:lnTo>
                  <a:pt x="70104" y="0"/>
                </a:lnTo>
                <a:lnTo>
                  <a:pt x="128900" y="118871"/>
                </a:lnTo>
                <a:lnTo>
                  <a:pt x="47244" y="118871"/>
                </a:lnTo>
                <a:lnTo>
                  <a:pt x="47244" y="141731"/>
                </a:lnTo>
                <a:close/>
              </a:path>
              <a:path w="140334" h="410210">
                <a:moveTo>
                  <a:pt x="92964" y="291083"/>
                </a:moveTo>
                <a:lnTo>
                  <a:pt x="47244" y="291083"/>
                </a:lnTo>
                <a:lnTo>
                  <a:pt x="47244" y="118871"/>
                </a:lnTo>
                <a:lnTo>
                  <a:pt x="92964" y="118871"/>
                </a:lnTo>
                <a:lnTo>
                  <a:pt x="92964" y="291083"/>
                </a:lnTo>
                <a:close/>
              </a:path>
              <a:path w="140334" h="410210">
                <a:moveTo>
                  <a:pt x="140208" y="141731"/>
                </a:moveTo>
                <a:lnTo>
                  <a:pt x="92964" y="141731"/>
                </a:lnTo>
                <a:lnTo>
                  <a:pt x="92964" y="118871"/>
                </a:lnTo>
                <a:lnTo>
                  <a:pt x="128900" y="118871"/>
                </a:lnTo>
                <a:lnTo>
                  <a:pt x="140208" y="141731"/>
                </a:lnTo>
                <a:close/>
              </a:path>
              <a:path w="140334" h="410210">
                <a:moveTo>
                  <a:pt x="70104" y="409956"/>
                </a:moveTo>
                <a:lnTo>
                  <a:pt x="0" y="268223"/>
                </a:lnTo>
                <a:lnTo>
                  <a:pt x="47244" y="268223"/>
                </a:lnTo>
                <a:lnTo>
                  <a:pt x="47244" y="291083"/>
                </a:lnTo>
                <a:lnTo>
                  <a:pt x="128900" y="291083"/>
                </a:lnTo>
                <a:lnTo>
                  <a:pt x="70104" y="409956"/>
                </a:lnTo>
                <a:close/>
              </a:path>
              <a:path w="140334" h="410210">
                <a:moveTo>
                  <a:pt x="128900" y="291083"/>
                </a:moveTo>
                <a:lnTo>
                  <a:pt x="92964" y="291083"/>
                </a:lnTo>
                <a:lnTo>
                  <a:pt x="92964" y="268223"/>
                </a:lnTo>
                <a:lnTo>
                  <a:pt x="140208" y="268223"/>
                </a:lnTo>
                <a:lnTo>
                  <a:pt x="128900" y="2910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763150" y="4684374"/>
            <a:ext cx="942377" cy="2404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95" dirty="0">
                <a:latin typeface="Trebuchet MS"/>
                <a:cs typeface="Trebuchet MS"/>
              </a:rPr>
              <a:t>Padding</a:t>
            </a:r>
            <a:endParaRPr sz="145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5372" y="2538399"/>
            <a:ext cx="6040120" cy="21488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spc="135" dirty="0">
                <a:solidFill>
                  <a:srgbClr val="00AFEF"/>
                </a:solidFill>
                <a:latin typeface="Trebuchet MS"/>
                <a:cs typeface="Trebuchet MS"/>
              </a:rPr>
              <a:t>Shorthand</a:t>
            </a:r>
            <a:endParaRPr sz="23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2300" dirty="0">
              <a:latin typeface="Trebuchet MS"/>
              <a:cs typeface="Trebuchet MS"/>
            </a:endParaRPr>
          </a:p>
          <a:p>
            <a:pPr marL="767080">
              <a:lnSpc>
                <a:spcPct val="100000"/>
              </a:lnSpc>
            </a:pPr>
            <a:r>
              <a:rPr sz="1950" spc="100" dirty="0">
                <a:latin typeface="Trebuchet MS"/>
                <a:cs typeface="Trebuchet MS"/>
              </a:rPr>
              <a:t>padding:</a:t>
            </a:r>
            <a:r>
              <a:rPr sz="1950" spc="-80" dirty="0">
                <a:latin typeface="Trebuchet MS"/>
                <a:cs typeface="Trebuchet MS"/>
              </a:rPr>
              <a:t> </a:t>
            </a:r>
            <a:r>
              <a:rPr sz="1950" spc="55" dirty="0">
                <a:latin typeface="Trebuchet MS"/>
                <a:cs typeface="Trebuchet MS"/>
              </a:rPr>
              <a:t>50px;</a:t>
            </a:r>
            <a:endParaRPr sz="1950" dirty="0">
              <a:latin typeface="Trebuchet MS"/>
              <a:cs typeface="Trebuchet MS"/>
            </a:endParaRPr>
          </a:p>
          <a:p>
            <a:pPr marL="767080">
              <a:lnSpc>
                <a:spcPct val="100000"/>
              </a:lnSpc>
              <a:spcBef>
                <a:spcPts val="2220"/>
              </a:spcBef>
            </a:pPr>
            <a:r>
              <a:rPr sz="1950" spc="100" dirty="0">
                <a:latin typeface="Trebuchet MS"/>
                <a:cs typeface="Trebuchet MS"/>
              </a:rPr>
              <a:t>padding: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110" dirty="0">
                <a:latin typeface="Trebuchet MS"/>
                <a:cs typeface="Trebuchet MS"/>
              </a:rPr>
              <a:t>1px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spc="110" dirty="0">
                <a:latin typeface="Trebuchet MS"/>
                <a:cs typeface="Trebuchet MS"/>
              </a:rPr>
              <a:t>2px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spc="105" dirty="0">
                <a:latin typeface="Trebuchet MS"/>
                <a:cs typeface="Trebuchet MS"/>
              </a:rPr>
              <a:t>3px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spc="35" dirty="0">
                <a:latin typeface="Trebuchet MS"/>
                <a:cs typeface="Trebuchet MS"/>
              </a:rPr>
              <a:t>4px;</a:t>
            </a:r>
            <a:endParaRPr sz="1950" dirty="0">
              <a:latin typeface="Trebuchet MS"/>
              <a:cs typeface="Trebuchet MS"/>
            </a:endParaRPr>
          </a:p>
          <a:p>
            <a:pPr marL="1647825">
              <a:lnSpc>
                <a:spcPct val="100000"/>
              </a:lnSpc>
              <a:spcBef>
                <a:spcPts val="1645"/>
              </a:spcBef>
            </a:pPr>
            <a:r>
              <a:rPr sz="1950" spc="65" dirty="0">
                <a:solidFill>
                  <a:srgbClr val="D47205"/>
                </a:solidFill>
                <a:latin typeface="Trebuchet MS"/>
                <a:cs typeface="Trebuchet MS"/>
              </a:rPr>
              <a:t>top</a:t>
            </a:r>
            <a:r>
              <a:rPr sz="1950" spc="-105" dirty="0">
                <a:solidFill>
                  <a:srgbClr val="D47205"/>
                </a:solidFill>
                <a:latin typeface="Trebuchet MS"/>
                <a:cs typeface="Trebuchet MS"/>
              </a:rPr>
              <a:t> </a:t>
            </a:r>
            <a:r>
              <a:rPr sz="1950" spc="-475" dirty="0">
                <a:solidFill>
                  <a:srgbClr val="D47205"/>
                </a:solidFill>
                <a:latin typeface="Trebuchet MS"/>
                <a:cs typeface="Trebuchet MS"/>
              </a:rPr>
              <a:t>|</a:t>
            </a:r>
            <a:r>
              <a:rPr sz="1950" spc="-90" dirty="0">
                <a:solidFill>
                  <a:srgbClr val="D47205"/>
                </a:solidFill>
                <a:latin typeface="Trebuchet MS"/>
                <a:cs typeface="Trebuchet MS"/>
              </a:rPr>
              <a:t> </a:t>
            </a:r>
            <a:r>
              <a:rPr sz="1950" spc="75" dirty="0">
                <a:solidFill>
                  <a:srgbClr val="D47205"/>
                </a:solidFill>
                <a:latin typeface="Trebuchet MS"/>
                <a:cs typeface="Trebuchet MS"/>
              </a:rPr>
              <a:t>right</a:t>
            </a:r>
            <a:r>
              <a:rPr sz="1950" spc="-100" dirty="0">
                <a:solidFill>
                  <a:srgbClr val="D47205"/>
                </a:solidFill>
                <a:latin typeface="Trebuchet MS"/>
                <a:cs typeface="Trebuchet MS"/>
              </a:rPr>
              <a:t> </a:t>
            </a:r>
            <a:r>
              <a:rPr sz="1950" spc="-475" dirty="0">
                <a:solidFill>
                  <a:srgbClr val="D47205"/>
                </a:solidFill>
                <a:latin typeface="Trebuchet MS"/>
                <a:cs typeface="Trebuchet MS"/>
              </a:rPr>
              <a:t>|</a:t>
            </a:r>
            <a:r>
              <a:rPr sz="1950" spc="-70" dirty="0">
                <a:solidFill>
                  <a:srgbClr val="D47205"/>
                </a:solidFill>
                <a:latin typeface="Trebuchet MS"/>
                <a:cs typeface="Trebuchet MS"/>
              </a:rPr>
              <a:t> </a:t>
            </a:r>
            <a:r>
              <a:rPr sz="1950" spc="60" dirty="0">
                <a:solidFill>
                  <a:srgbClr val="D47205"/>
                </a:solidFill>
                <a:latin typeface="Trebuchet MS"/>
                <a:cs typeface="Trebuchet MS"/>
              </a:rPr>
              <a:t>bottom</a:t>
            </a:r>
            <a:r>
              <a:rPr sz="1950" spc="-100" dirty="0">
                <a:solidFill>
                  <a:srgbClr val="D47205"/>
                </a:solidFill>
                <a:latin typeface="Trebuchet MS"/>
                <a:cs typeface="Trebuchet MS"/>
              </a:rPr>
              <a:t> </a:t>
            </a:r>
            <a:r>
              <a:rPr sz="1950" spc="-475" dirty="0">
                <a:solidFill>
                  <a:srgbClr val="D47205"/>
                </a:solidFill>
                <a:latin typeface="Trebuchet MS"/>
                <a:cs typeface="Trebuchet MS"/>
              </a:rPr>
              <a:t>|</a:t>
            </a:r>
            <a:r>
              <a:rPr sz="1950" spc="-90" dirty="0">
                <a:solidFill>
                  <a:srgbClr val="D47205"/>
                </a:solidFill>
                <a:latin typeface="Trebuchet MS"/>
                <a:cs typeface="Trebuchet MS"/>
              </a:rPr>
              <a:t> </a:t>
            </a:r>
            <a:r>
              <a:rPr sz="1950" spc="-20" dirty="0">
                <a:solidFill>
                  <a:srgbClr val="D47205"/>
                </a:solidFill>
                <a:latin typeface="Trebuchet MS"/>
                <a:cs typeface="Trebuchet MS"/>
              </a:rPr>
              <a:t>left</a:t>
            </a:r>
            <a:r>
              <a:rPr sz="1950" spc="-100" dirty="0">
                <a:solidFill>
                  <a:srgbClr val="D47205"/>
                </a:solidFill>
                <a:latin typeface="Trebuchet MS"/>
                <a:cs typeface="Trebuchet MS"/>
              </a:rPr>
              <a:t> </a:t>
            </a:r>
            <a:r>
              <a:rPr sz="1950" spc="-55" dirty="0">
                <a:solidFill>
                  <a:srgbClr val="D47205"/>
                </a:solidFill>
                <a:latin typeface="Trebuchet MS"/>
                <a:cs typeface="Trebuchet MS"/>
              </a:rPr>
              <a:t>-</a:t>
            </a:r>
            <a:r>
              <a:rPr sz="1950" spc="120" dirty="0">
                <a:solidFill>
                  <a:srgbClr val="D47205"/>
                </a:solidFill>
                <a:latin typeface="Trebuchet MS"/>
                <a:cs typeface="Trebuchet MS"/>
              </a:rPr>
              <a:t>&gt;</a:t>
            </a:r>
            <a:r>
              <a:rPr sz="1950" spc="-95" dirty="0">
                <a:solidFill>
                  <a:srgbClr val="D47205"/>
                </a:solidFill>
                <a:latin typeface="Trebuchet MS"/>
                <a:cs typeface="Trebuchet MS"/>
              </a:rPr>
              <a:t> </a:t>
            </a:r>
            <a:r>
              <a:rPr sz="1950" spc="105" dirty="0">
                <a:solidFill>
                  <a:srgbClr val="D47205"/>
                </a:solidFill>
                <a:latin typeface="Trebuchet MS"/>
                <a:cs typeface="Trebuchet MS"/>
              </a:rPr>
              <a:t>clockwise</a:t>
            </a:r>
            <a:endParaRPr sz="195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210" dirty="0"/>
              <a:t>Padding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5372" y="2692358"/>
            <a:ext cx="1983739" cy="3784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114"/>
              </a:spcBef>
              <a:buFont typeface="Arial"/>
              <a:buChar char="•"/>
              <a:tabLst>
                <a:tab pos="200660" algn="l"/>
              </a:tabLst>
            </a:pPr>
            <a:r>
              <a:rPr sz="2300" spc="90" dirty="0">
                <a:latin typeface="Trebuchet MS"/>
                <a:cs typeface="Trebuchet MS"/>
              </a:rPr>
              <a:t>margin-</a:t>
            </a:r>
            <a:r>
              <a:rPr sz="2300" spc="60" dirty="0">
                <a:latin typeface="Trebuchet MS"/>
                <a:cs typeface="Trebuchet MS"/>
              </a:rPr>
              <a:t>right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5372" y="3324855"/>
            <a:ext cx="1769110" cy="3784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114"/>
              </a:spcBef>
              <a:buFont typeface="Arial"/>
              <a:buChar char="•"/>
              <a:tabLst>
                <a:tab pos="200660" algn="l"/>
              </a:tabLst>
            </a:pPr>
            <a:r>
              <a:rPr sz="2300" spc="90" dirty="0">
                <a:latin typeface="Trebuchet MS"/>
                <a:cs typeface="Trebuchet MS"/>
              </a:rPr>
              <a:t>margin-</a:t>
            </a:r>
            <a:r>
              <a:rPr sz="2300" spc="-20" dirty="0">
                <a:latin typeface="Trebuchet MS"/>
                <a:cs typeface="Trebuchet MS"/>
              </a:rPr>
              <a:t>left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5372" y="3957351"/>
            <a:ext cx="1774825" cy="3784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114"/>
              </a:spcBef>
              <a:buFont typeface="Arial"/>
              <a:buChar char="•"/>
              <a:tabLst>
                <a:tab pos="200660" algn="l"/>
              </a:tabLst>
            </a:pPr>
            <a:r>
              <a:rPr sz="2300" spc="90" dirty="0">
                <a:latin typeface="Trebuchet MS"/>
                <a:cs typeface="Trebuchet MS"/>
              </a:rPr>
              <a:t>margin-</a:t>
            </a:r>
            <a:r>
              <a:rPr sz="2300" spc="40" dirty="0">
                <a:latin typeface="Trebuchet MS"/>
                <a:cs typeface="Trebuchet MS"/>
              </a:rPr>
              <a:t>top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5372" y="4591284"/>
            <a:ext cx="2316480" cy="3784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114"/>
              </a:spcBef>
              <a:buFont typeface="Arial"/>
              <a:buChar char="•"/>
              <a:tabLst>
                <a:tab pos="200660" algn="l"/>
              </a:tabLst>
            </a:pPr>
            <a:r>
              <a:rPr sz="2300" spc="90" dirty="0">
                <a:latin typeface="Trebuchet MS"/>
                <a:cs typeface="Trebuchet MS"/>
              </a:rPr>
              <a:t>margin-</a:t>
            </a:r>
            <a:r>
              <a:rPr sz="2300" spc="50" dirty="0">
                <a:latin typeface="Trebuchet MS"/>
                <a:cs typeface="Trebuchet MS"/>
              </a:rPr>
              <a:t>bottom</a:t>
            </a:r>
            <a:endParaRPr sz="2300" dirty="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620767" y="3090672"/>
            <a:ext cx="4604385" cy="1908175"/>
            <a:chOff x="4620767" y="3090672"/>
            <a:chExt cx="4604385" cy="1908175"/>
          </a:xfrm>
        </p:grpSpPr>
        <p:sp>
          <p:nvSpPr>
            <p:cNvPr id="7" name="object 7"/>
            <p:cNvSpPr/>
            <p:nvPr/>
          </p:nvSpPr>
          <p:spPr>
            <a:xfrm>
              <a:off x="4684775" y="3154680"/>
              <a:ext cx="1778635" cy="1780539"/>
            </a:xfrm>
            <a:custGeom>
              <a:avLst/>
              <a:gdLst/>
              <a:ahLst/>
              <a:cxnLst/>
              <a:rect l="l" t="t" r="r" b="b"/>
              <a:pathLst>
                <a:path w="1778635" h="1780539">
                  <a:moveTo>
                    <a:pt x="1778508" y="1780032"/>
                  </a:moveTo>
                  <a:lnTo>
                    <a:pt x="0" y="1780032"/>
                  </a:lnTo>
                  <a:lnTo>
                    <a:pt x="0" y="0"/>
                  </a:lnTo>
                  <a:lnTo>
                    <a:pt x="1778508" y="0"/>
                  </a:lnTo>
                  <a:lnTo>
                    <a:pt x="1778508" y="1780032"/>
                  </a:lnTo>
                  <a:close/>
                </a:path>
              </a:pathLst>
            </a:custGeom>
            <a:solidFill>
              <a:srgbClr val="287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684775" y="3154680"/>
              <a:ext cx="1778635" cy="1780539"/>
            </a:xfrm>
            <a:custGeom>
              <a:avLst/>
              <a:gdLst/>
              <a:ahLst/>
              <a:cxnLst/>
              <a:rect l="l" t="t" r="r" b="b"/>
              <a:pathLst>
                <a:path w="1778635" h="1780539">
                  <a:moveTo>
                    <a:pt x="0" y="0"/>
                  </a:moveTo>
                  <a:lnTo>
                    <a:pt x="1778508" y="0"/>
                  </a:lnTo>
                  <a:lnTo>
                    <a:pt x="1778508" y="1780032"/>
                  </a:lnTo>
                  <a:lnTo>
                    <a:pt x="0" y="1780032"/>
                  </a:lnTo>
                  <a:lnTo>
                    <a:pt x="0" y="0"/>
                  </a:lnTo>
                  <a:close/>
                </a:path>
              </a:pathLst>
            </a:custGeom>
            <a:ln w="128016">
              <a:solidFill>
                <a:srgbClr val="4BEB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444739" y="3133344"/>
              <a:ext cx="1780539" cy="1778635"/>
            </a:xfrm>
            <a:custGeom>
              <a:avLst/>
              <a:gdLst/>
              <a:ahLst/>
              <a:cxnLst/>
              <a:rect l="l" t="t" r="r" b="b"/>
              <a:pathLst>
                <a:path w="1780540" h="1778635">
                  <a:moveTo>
                    <a:pt x="1780032" y="1778508"/>
                  </a:moveTo>
                  <a:lnTo>
                    <a:pt x="0" y="1778508"/>
                  </a:lnTo>
                  <a:lnTo>
                    <a:pt x="0" y="0"/>
                  </a:lnTo>
                  <a:lnTo>
                    <a:pt x="1780032" y="0"/>
                  </a:lnTo>
                  <a:lnTo>
                    <a:pt x="1780032" y="1778508"/>
                  </a:lnTo>
                  <a:close/>
                </a:path>
              </a:pathLst>
            </a:custGeom>
            <a:solidFill>
              <a:srgbClr val="287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6505956" y="3069335"/>
            <a:ext cx="2783205" cy="1906905"/>
            <a:chOff x="6505956" y="3069335"/>
            <a:chExt cx="2783205" cy="1906905"/>
          </a:xfrm>
        </p:grpSpPr>
        <p:sp>
          <p:nvSpPr>
            <p:cNvPr id="11" name="object 11"/>
            <p:cNvSpPr/>
            <p:nvPr/>
          </p:nvSpPr>
          <p:spPr>
            <a:xfrm>
              <a:off x="7444739" y="3133343"/>
              <a:ext cx="1780539" cy="1778635"/>
            </a:xfrm>
            <a:custGeom>
              <a:avLst/>
              <a:gdLst/>
              <a:ahLst/>
              <a:cxnLst/>
              <a:rect l="l" t="t" r="r" b="b"/>
              <a:pathLst>
                <a:path w="1780540" h="1778635">
                  <a:moveTo>
                    <a:pt x="0" y="0"/>
                  </a:moveTo>
                  <a:lnTo>
                    <a:pt x="1780032" y="0"/>
                  </a:lnTo>
                  <a:lnTo>
                    <a:pt x="1780032" y="1778508"/>
                  </a:lnTo>
                  <a:lnTo>
                    <a:pt x="0" y="1778508"/>
                  </a:lnTo>
                  <a:lnTo>
                    <a:pt x="0" y="0"/>
                  </a:lnTo>
                  <a:close/>
                </a:path>
              </a:pathLst>
            </a:custGeom>
            <a:ln w="128016">
              <a:solidFill>
                <a:srgbClr val="4BEB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505956" y="3761231"/>
              <a:ext cx="883919" cy="251460"/>
            </a:xfrm>
            <a:custGeom>
              <a:avLst/>
              <a:gdLst/>
              <a:ahLst/>
              <a:cxnLst/>
              <a:rect l="l" t="t" r="r" b="b"/>
              <a:pathLst>
                <a:path w="883920" h="251460">
                  <a:moveTo>
                    <a:pt x="251460" y="251460"/>
                  </a:moveTo>
                  <a:lnTo>
                    <a:pt x="0" y="126492"/>
                  </a:lnTo>
                  <a:lnTo>
                    <a:pt x="251460" y="0"/>
                  </a:lnTo>
                  <a:lnTo>
                    <a:pt x="251460" y="83820"/>
                  </a:lnTo>
                  <a:lnTo>
                    <a:pt x="208788" y="83820"/>
                  </a:lnTo>
                  <a:lnTo>
                    <a:pt x="208788" y="167640"/>
                  </a:lnTo>
                  <a:lnTo>
                    <a:pt x="251460" y="167640"/>
                  </a:lnTo>
                  <a:lnTo>
                    <a:pt x="251460" y="251460"/>
                  </a:lnTo>
                  <a:close/>
                </a:path>
                <a:path w="883920" h="251460">
                  <a:moveTo>
                    <a:pt x="632460" y="251460"/>
                  </a:moveTo>
                  <a:lnTo>
                    <a:pt x="632460" y="0"/>
                  </a:lnTo>
                  <a:lnTo>
                    <a:pt x="799090" y="83820"/>
                  </a:lnTo>
                  <a:lnTo>
                    <a:pt x="673608" y="83820"/>
                  </a:lnTo>
                  <a:lnTo>
                    <a:pt x="673608" y="167640"/>
                  </a:lnTo>
                  <a:lnTo>
                    <a:pt x="801122" y="167640"/>
                  </a:lnTo>
                  <a:lnTo>
                    <a:pt x="632460" y="251460"/>
                  </a:lnTo>
                  <a:close/>
                </a:path>
                <a:path w="883920" h="251460">
                  <a:moveTo>
                    <a:pt x="251460" y="167640"/>
                  </a:moveTo>
                  <a:lnTo>
                    <a:pt x="208788" y="167640"/>
                  </a:lnTo>
                  <a:lnTo>
                    <a:pt x="208788" y="83820"/>
                  </a:lnTo>
                  <a:lnTo>
                    <a:pt x="251460" y="83820"/>
                  </a:lnTo>
                  <a:lnTo>
                    <a:pt x="251460" y="167640"/>
                  </a:lnTo>
                  <a:close/>
                </a:path>
                <a:path w="883920" h="251460">
                  <a:moveTo>
                    <a:pt x="632460" y="167640"/>
                  </a:moveTo>
                  <a:lnTo>
                    <a:pt x="251460" y="167640"/>
                  </a:lnTo>
                  <a:lnTo>
                    <a:pt x="251460" y="83820"/>
                  </a:lnTo>
                  <a:lnTo>
                    <a:pt x="632460" y="83820"/>
                  </a:lnTo>
                  <a:lnTo>
                    <a:pt x="632460" y="167640"/>
                  </a:lnTo>
                  <a:close/>
                </a:path>
                <a:path w="883920" h="251460">
                  <a:moveTo>
                    <a:pt x="801122" y="167640"/>
                  </a:moveTo>
                  <a:lnTo>
                    <a:pt x="673608" y="167640"/>
                  </a:lnTo>
                  <a:lnTo>
                    <a:pt x="673608" y="83820"/>
                  </a:lnTo>
                  <a:lnTo>
                    <a:pt x="799090" y="83820"/>
                  </a:lnTo>
                  <a:lnTo>
                    <a:pt x="883919" y="126492"/>
                  </a:lnTo>
                  <a:lnTo>
                    <a:pt x="801122" y="167640"/>
                  </a:lnTo>
                  <a:close/>
                </a:path>
              </a:pathLst>
            </a:custGeom>
            <a:solidFill>
              <a:srgbClr val="0C0C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639538" y="3442259"/>
            <a:ext cx="73088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60" dirty="0">
                <a:solidFill>
                  <a:srgbClr val="D47205"/>
                </a:solidFill>
                <a:latin typeface="Trebuchet MS"/>
                <a:cs typeface="Trebuchet MS"/>
              </a:rPr>
              <a:t>Margin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48071" y="3592067"/>
            <a:ext cx="852169" cy="97409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054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30"/>
              </a:spcBef>
            </a:pPr>
            <a:endParaRPr sz="1450">
              <a:latin typeface="Times New Roman"/>
              <a:cs typeface="Times New Roman"/>
            </a:endParaRPr>
          </a:p>
          <a:p>
            <a:pPr marL="75565">
              <a:lnSpc>
                <a:spcPct val="100000"/>
              </a:lnSpc>
            </a:pPr>
            <a:r>
              <a:rPr sz="1450" spc="65" dirty="0">
                <a:latin typeface="Trebuchet MS"/>
                <a:cs typeface="Trebuchet MS"/>
              </a:rPr>
              <a:t>Content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204" dirty="0"/>
              <a:t>Margin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204" dirty="0"/>
              <a:t>Margin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5372" y="2538399"/>
            <a:ext cx="6227445" cy="21488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spc="135" dirty="0">
                <a:solidFill>
                  <a:srgbClr val="00AFEF"/>
                </a:solidFill>
                <a:latin typeface="Trebuchet MS"/>
                <a:cs typeface="Trebuchet MS"/>
              </a:rPr>
              <a:t>Shorthand</a:t>
            </a: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2300">
              <a:latin typeface="Trebuchet MS"/>
              <a:cs typeface="Trebuchet MS"/>
            </a:endParaRPr>
          </a:p>
          <a:p>
            <a:pPr marL="767080">
              <a:lnSpc>
                <a:spcPct val="100000"/>
              </a:lnSpc>
            </a:pPr>
            <a:r>
              <a:rPr sz="1950" spc="80" dirty="0">
                <a:latin typeface="Trebuchet MS"/>
                <a:cs typeface="Trebuchet MS"/>
              </a:rPr>
              <a:t>margin:</a:t>
            </a:r>
            <a:r>
              <a:rPr sz="1950" spc="-95" dirty="0">
                <a:latin typeface="Trebuchet MS"/>
                <a:cs typeface="Trebuchet MS"/>
              </a:rPr>
              <a:t> </a:t>
            </a:r>
            <a:r>
              <a:rPr sz="1950" spc="60" dirty="0">
                <a:latin typeface="Trebuchet MS"/>
                <a:cs typeface="Trebuchet MS"/>
              </a:rPr>
              <a:t>50px;</a:t>
            </a:r>
            <a:endParaRPr sz="1950">
              <a:latin typeface="Trebuchet MS"/>
              <a:cs typeface="Trebuchet MS"/>
            </a:endParaRPr>
          </a:p>
          <a:p>
            <a:pPr marL="767080">
              <a:lnSpc>
                <a:spcPct val="100000"/>
              </a:lnSpc>
              <a:spcBef>
                <a:spcPts val="2220"/>
              </a:spcBef>
            </a:pPr>
            <a:r>
              <a:rPr sz="1950" spc="80" dirty="0">
                <a:latin typeface="Trebuchet MS"/>
                <a:cs typeface="Trebuchet MS"/>
              </a:rPr>
              <a:t>margin:</a:t>
            </a:r>
            <a:r>
              <a:rPr sz="1950" spc="-95" dirty="0">
                <a:latin typeface="Trebuchet MS"/>
                <a:cs typeface="Trebuchet MS"/>
              </a:rPr>
              <a:t> </a:t>
            </a:r>
            <a:r>
              <a:rPr sz="1950" spc="110" dirty="0">
                <a:latin typeface="Trebuchet MS"/>
                <a:cs typeface="Trebuchet MS"/>
              </a:rPr>
              <a:t>1px</a:t>
            </a:r>
            <a:r>
              <a:rPr sz="1950" spc="-70" dirty="0">
                <a:latin typeface="Trebuchet MS"/>
                <a:cs typeface="Trebuchet MS"/>
              </a:rPr>
              <a:t> </a:t>
            </a:r>
            <a:r>
              <a:rPr sz="1950" spc="100" dirty="0">
                <a:latin typeface="Trebuchet MS"/>
                <a:cs typeface="Trebuchet MS"/>
              </a:rPr>
              <a:t>2px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spc="110" dirty="0">
                <a:latin typeface="Trebuchet MS"/>
                <a:cs typeface="Trebuchet MS"/>
              </a:rPr>
              <a:t>3px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35" dirty="0">
                <a:latin typeface="Trebuchet MS"/>
                <a:cs typeface="Trebuchet MS"/>
              </a:rPr>
              <a:t>4px;</a:t>
            </a:r>
            <a:endParaRPr sz="1950">
              <a:latin typeface="Trebuchet MS"/>
              <a:cs typeface="Trebuchet MS"/>
            </a:endParaRPr>
          </a:p>
          <a:p>
            <a:pPr marL="1835150">
              <a:lnSpc>
                <a:spcPct val="100000"/>
              </a:lnSpc>
              <a:spcBef>
                <a:spcPts val="1645"/>
              </a:spcBef>
            </a:pPr>
            <a:r>
              <a:rPr sz="1950" spc="65" dirty="0">
                <a:solidFill>
                  <a:srgbClr val="D47205"/>
                </a:solidFill>
                <a:latin typeface="Trebuchet MS"/>
                <a:cs typeface="Trebuchet MS"/>
              </a:rPr>
              <a:t>top</a:t>
            </a:r>
            <a:r>
              <a:rPr sz="1950" spc="-85" dirty="0">
                <a:solidFill>
                  <a:srgbClr val="D47205"/>
                </a:solidFill>
                <a:latin typeface="Trebuchet MS"/>
                <a:cs typeface="Trebuchet MS"/>
              </a:rPr>
              <a:t> </a:t>
            </a:r>
            <a:r>
              <a:rPr sz="1950" spc="-475" dirty="0">
                <a:solidFill>
                  <a:srgbClr val="D47205"/>
                </a:solidFill>
                <a:latin typeface="Trebuchet MS"/>
                <a:cs typeface="Trebuchet MS"/>
              </a:rPr>
              <a:t>|</a:t>
            </a:r>
            <a:r>
              <a:rPr sz="1950" spc="-110" dirty="0">
                <a:solidFill>
                  <a:srgbClr val="D47205"/>
                </a:solidFill>
                <a:latin typeface="Trebuchet MS"/>
                <a:cs typeface="Trebuchet MS"/>
              </a:rPr>
              <a:t> </a:t>
            </a:r>
            <a:r>
              <a:rPr sz="1950" spc="75" dirty="0">
                <a:solidFill>
                  <a:srgbClr val="D47205"/>
                </a:solidFill>
                <a:latin typeface="Trebuchet MS"/>
                <a:cs typeface="Trebuchet MS"/>
              </a:rPr>
              <a:t>right</a:t>
            </a:r>
            <a:r>
              <a:rPr sz="1950" spc="-80" dirty="0">
                <a:solidFill>
                  <a:srgbClr val="D47205"/>
                </a:solidFill>
                <a:latin typeface="Trebuchet MS"/>
                <a:cs typeface="Trebuchet MS"/>
              </a:rPr>
              <a:t> </a:t>
            </a:r>
            <a:r>
              <a:rPr sz="1950" spc="-475" dirty="0">
                <a:solidFill>
                  <a:srgbClr val="D47205"/>
                </a:solidFill>
                <a:latin typeface="Trebuchet MS"/>
                <a:cs typeface="Trebuchet MS"/>
              </a:rPr>
              <a:t>|</a:t>
            </a:r>
            <a:r>
              <a:rPr sz="1950" spc="-90" dirty="0">
                <a:solidFill>
                  <a:srgbClr val="D47205"/>
                </a:solidFill>
                <a:latin typeface="Trebuchet MS"/>
                <a:cs typeface="Trebuchet MS"/>
              </a:rPr>
              <a:t> </a:t>
            </a:r>
            <a:r>
              <a:rPr sz="1950" spc="60" dirty="0">
                <a:solidFill>
                  <a:srgbClr val="D47205"/>
                </a:solidFill>
                <a:latin typeface="Trebuchet MS"/>
                <a:cs typeface="Trebuchet MS"/>
              </a:rPr>
              <a:t>bottom</a:t>
            </a:r>
            <a:r>
              <a:rPr sz="1950" spc="-100" dirty="0">
                <a:solidFill>
                  <a:srgbClr val="D47205"/>
                </a:solidFill>
                <a:latin typeface="Trebuchet MS"/>
                <a:cs typeface="Trebuchet MS"/>
              </a:rPr>
              <a:t> </a:t>
            </a:r>
            <a:r>
              <a:rPr sz="1950" spc="-475" dirty="0">
                <a:solidFill>
                  <a:srgbClr val="D47205"/>
                </a:solidFill>
                <a:latin typeface="Trebuchet MS"/>
                <a:cs typeface="Trebuchet MS"/>
              </a:rPr>
              <a:t>|</a:t>
            </a:r>
            <a:r>
              <a:rPr sz="1950" spc="-70" dirty="0">
                <a:solidFill>
                  <a:srgbClr val="D47205"/>
                </a:solidFill>
                <a:latin typeface="Trebuchet MS"/>
                <a:cs typeface="Trebuchet MS"/>
              </a:rPr>
              <a:t> </a:t>
            </a:r>
            <a:r>
              <a:rPr sz="1950" spc="-20" dirty="0">
                <a:solidFill>
                  <a:srgbClr val="D47205"/>
                </a:solidFill>
                <a:latin typeface="Trebuchet MS"/>
                <a:cs typeface="Trebuchet MS"/>
              </a:rPr>
              <a:t>left</a:t>
            </a:r>
            <a:r>
              <a:rPr sz="1950" spc="-100" dirty="0">
                <a:solidFill>
                  <a:srgbClr val="D47205"/>
                </a:solidFill>
                <a:latin typeface="Trebuchet MS"/>
                <a:cs typeface="Trebuchet MS"/>
              </a:rPr>
              <a:t> </a:t>
            </a:r>
            <a:r>
              <a:rPr sz="1950" spc="-75" dirty="0">
                <a:solidFill>
                  <a:srgbClr val="D47205"/>
                </a:solidFill>
                <a:latin typeface="Trebuchet MS"/>
                <a:cs typeface="Trebuchet MS"/>
              </a:rPr>
              <a:t>-</a:t>
            </a:r>
            <a:r>
              <a:rPr sz="1950" spc="120" dirty="0">
                <a:solidFill>
                  <a:srgbClr val="D47205"/>
                </a:solidFill>
                <a:latin typeface="Trebuchet MS"/>
                <a:cs typeface="Trebuchet MS"/>
              </a:rPr>
              <a:t>&gt;</a:t>
            </a:r>
            <a:r>
              <a:rPr sz="1950" spc="-75" dirty="0">
                <a:solidFill>
                  <a:srgbClr val="D47205"/>
                </a:solidFill>
                <a:latin typeface="Trebuchet MS"/>
                <a:cs typeface="Trebuchet MS"/>
              </a:rPr>
              <a:t> </a:t>
            </a:r>
            <a:r>
              <a:rPr sz="1950" spc="105" dirty="0">
                <a:solidFill>
                  <a:srgbClr val="D47205"/>
                </a:solidFill>
                <a:latin typeface="Trebuchet MS"/>
                <a:cs typeface="Trebuchet MS"/>
              </a:rPr>
              <a:t>clockwise</a:t>
            </a:r>
            <a:endParaRPr sz="195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5427" y="2480473"/>
            <a:ext cx="7195184" cy="15316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77850" marR="5080" indent="-565785">
              <a:lnSpc>
                <a:spcPct val="126699"/>
              </a:lnSpc>
              <a:spcBef>
                <a:spcPts val="90"/>
              </a:spcBef>
            </a:pPr>
            <a:r>
              <a:rPr sz="1950" spc="190" dirty="0">
                <a:latin typeface="Trebuchet MS"/>
                <a:cs typeface="Trebuchet MS"/>
              </a:rPr>
              <a:t>Q1</a:t>
            </a:r>
            <a:r>
              <a:rPr sz="1950" spc="-55" dirty="0">
                <a:latin typeface="Trebuchet MS"/>
                <a:cs typeface="Trebuchet MS"/>
              </a:rPr>
              <a:t> </a:t>
            </a:r>
            <a:r>
              <a:rPr sz="1950" spc="-105" dirty="0">
                <a:latin typeface="Trebuchet MS"/>
                <a:cs typeface="Trebuchet MS"/>
              </a:rPr>
              <a:t>:</a:t>
            </a:r>
            <a:r>
              <a:rPr sz="1950" spc="-70" dirty="0">
                <a:latin typeface="Trebuchet MS"/>
                <a:cs typeface="Trebuchet MS"/>
              </a:rPr>
              <a:t> </a:t>
            </a:r>
            <a:r>
              <a:rPr sz="1950" spc="90" dirty="0">
                <a:latin typeface="Trebuchet MS"/>
                <a:cs typeface="Trebuchet MS"/>
              </a:rPr>
              <a:t>Create</a:t>
            </a:r>
            <a:r>
              <a:rPr sz="1950" spc="-80" dirty="0">
                <a:latin typeface="Trebuchet MS"/>
                <a:cs typeface="Trebuchet MS"/>
              </a:rPr>
              <a:t> </a:t>
            </a:r>
            <a:r>
              <a:rPr sz="1950" spc="140" dirty="0">
                <a:latin typeface="Trebuchet MS"/>
                <a:cs typeface="Trebuchet MS"/>
              </a:rPr>
              <a:t>a</a:t>
            </a:r>
            <a:r>
              <a:rPr sz="1950" spc="-75" dirty="0">
                <a:latin typeface="Trebuchet MS"/>
                <a:cs typeface="Trebuchet MS"/>
              </a:rPr>
              <a:t> </a:t>
            </a:r>
            <a:r>
              <a:rPr sz="1950" spc="75" dirty="0">
                <a:latin typeface="Trebuchet MS"/>
                <a:cs typeface="Trebuchet MS"/>
              </a:rPr>
              <a:t>div</a:t>
            </a:r>
            <a:r>
              <a:rPr sz="1950" spc="-7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with</a:t>
            </a:r>
            <a:r>
              <a:rPr sz="1950" spc="-75" dirty="0">
                <a:latin typeface="Trebuchet MS"/>
                <a:cs typeface="Trebuchet MS"/>
              </a:rPr>
              <a:t> </a:t>
            </a:r>
            <a:r>
              <a:rPr sz="1950" spc="85" dirty="0">
                <a:latin typeface="Trebuchet MS"/>
                <a:cs typeface="Trebuchet MS"/>
              </a:rPr>
              <a:t>height</a:t>
            </a:r>
            <a:r>
              <a:rPr sz="1950" spc="-75" dirty="0">
                <a:latin typeface="Trebuchet MS"/>
                <a:cs typeface="Trebuchet MS"/>
              </a:rPr>
              <a:t> </a:t>
            </a:r>
            <a:r>
              <a:rPr sz="1950" spc="120" dirty="0">
                <a:latin typeface="Trebuchet MS"/>
                <a:cs typeface="Trebuchet MS"/>
              </a:rPr>
              <a:t>&amp;</a:t>
            </a:r>
            <a:r>
              <a:rPr sz="1950" spc="-65" dirty="0">
                <a:latin typeface="Trebuchet MS"/>
                <a:cs typeface="Trebuchet MS"/>
              </a:rPr>
              <a:t> </a:t>
            </a:r>
            <a:r>
              <a:rPr sz="1950" spc="60" dirty="0">
                <a:latin typeface="Trebuchet MS"/>
                <a:cs typeface="Trebuchet MS"/>
              </a:rPr>
              <a:t>width</a:t>
            </a:r>
            <a:r>
              <a:rPr sz="1950" spc="-7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of</a:t>
            </a:r>
            <a:r>
              <a:rPr sz="1950" spc="160" dirty="0">
                <a:latin typeface="Trebuchet MS"/>
                <a:cs typeface="Trebuchet MS"/>
              </a:rPr>
              <a:t> </a:t>
            </a:r>
            <a:r>
              <a:rPr sz="1950" spc="85" dirty="0">
                <a:latin typeface="Trebuchet MS"/>
                <a:cs typeface="Trebuchet MS"/>
              </a:rPr>
              <a:t>100px.</a:t>
            </a:r>
            <a:r>
              <a:rPr sz="1950" spc="-70" dirty="0">
                <a:latin typeface="Trebuchet MS"/>
                <a:cs typeface="Trebuchet MS"/>
              </a:rPr>
              <a:t> </a:t>
            </a:r>
            <a:r>
              <a:rPr sz="1950" spc="130" dirty="0">
                <a:latin typeface="Trebuchet MS"/>
                <a:cs typeface="Trebuchet MS"/>
              </a:rPr>
              <a:t>Set</a:t>
            </a:r>
            <a:r>
              <a:rPr sz="1950" spc="-55" dirty="0">
                <a:latin typeface="Trebuchet MS"/>
                <a:cs typeface="Trebuchet MS"/>
              </a:rPr>
              <a:t> </a:t>
            </a:r>
            <a:r>
              <a:rPr sz="1950" spc="30" dirty="0">
                <a:latin typeface="Trebuchet MS"/>
                <a:cs typeface="Trebuchet MS"/>
              </a:rPr>
              <a:t>its </a:t>
            </a:r>
            <a:r>
              <a:rPr sz="1950" spc="125" dirty="0">
                <a:latin typeface="Trebuchet MS"/>
                <a:cs typeface="Trebuchet MS"/>
              </a:rPr>
              <a:t>background</a:t>
            </a:r>
            <a:r>
              <a:rPr sz="1950" spc="-105" dirty="0">
                <a:latin typeface="Trebuchet MS"/>
                <a:cs typeface="Trebuchet MS"/>
              </a:rPr>
              <a:t> </a:t>
            </a:r>
            <a:r>
              <a:rPr sz="1950" spc="105" dirty="0">
                <a:latin typeface="Trebuchet MS"/>
                <a:cs typeface="Trebuchet MS"/>
              </a:rPr>
              <a:t>color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to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spc="120" dirty="0">
                <a:latin typeface="Trebuchet MS"/>
                <a:cs typeface="Trebuchet MS"/>
              </a:rPr>
              <a:t>green</a:t>
            </a:r>
            <a:r>
              <a:rPr sz="1950" spc="-80" dirty="0">
                <a:latin typeface="Trebuchet MS"/>
                <a:cs typeface="Trebuchet MS"/>
              </a:rPr>
              <a:t> </a:t>
            </a:r>
            <a:r>
              <a:rPr sz="1950" spc="120" dirty="0">
                <a:latin typeface="Trebuchet MS"/>
                <a:cs typeface="Trebuchet MS"/>
              </a:rPr>
              <a:t>&amp;</a:t>
            </a:r>
            <a:r>
              <a:rPr sz="1950" spc="-70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the</a:t>
            </a:r>
            <a:r>
              <a:rPr sz="1950" spc="-80" dirty="0">
                <a:latin typeface="Trebuchet MS"/>
                <a:cs typeface="Trebuchet MS"/>
              </a:rPr>
              <a:t> </a:t>
            </a:r>
            <a:r>
              <a:rPr sz="1950" spc="105" dirty="0">
                <a:latin typeface="Trebuchet MS"/>
                <a:cs typeface="Trebuchet MS"/>
              </a:rPr>
              <a:t>border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spc="114" dirty="0">
                <a:latin typeface="Trebuchet MS"/>
                <a:cs typeface="Trebuchet MS"/>
              </a:rPr>
              <a:t>radius</a:t>
            </a:r>
            <a:r>
              <a:rPr sz="1950" spc="-9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to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spc="150" dirty="0">
                <a:latin typeface="Trebuchet MS"/>
                <a:cs typeface="Trebuchet MS"/>
              </a:rPr>
              <a:t>50%.</a:t>
            </a:r>
            <a:endParaRPr sz="1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325"/>
              </a:spcBef>
            </a:pPr>
            <a:endParaRPr sz="1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950" spc="95" dirty="0">
                <a:latin typeface="Trebuchet MS"/>
                <a:cs typeface="Trebuchet MS"/>
              </a:rPr>
              <a:t>Q2: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90" dirty="0">
                <a:latin typeface="Trebuchet MS"/>
                <a:cs typeface="Trebuchet MS"/>
              </a:rPr>
              <a:t>Create</a:t>
            </a:r>
            <a:r>
              <a:rPr sz="1950" spc="-70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the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65" dirty="0">
                <a:latin typeface="Trebuchet MS"/>
                <a:cs typeface="Trebuchet MS"/>
              </a:rPr>
              <a:t>following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35" dirty="0">
                <a:latin typeface="Trebuchet MS"/>
                <a:cs typeface="Trebuchet MS"/>
              </a:rPr>
              <a:t>navbar.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315" dirty="0"/>
              <a:t>Practice</a:t>
            </a:r>
            <a:r>
              <a:rPr spc="-80" dirty="0"/>
              <a:t> </a:t>
            </a:r>
            <a:r>
              <a:rPr spc="200" dirty="0"/>
              <a:t>Set</a:t>
            </a:r>
            <a:r>
              <a:rPr spc="-55" dirty="0"/>
              <a:t> </a:t>
            </a:r>
            <a:r>
              <a:rPr spc="85" dirty="0"/>
              <a:t>3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7472" y="4475988"/>
            <a:ext cx="9483851" cy="8930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057655"/>
            <a:ext cx="10058400" cy="5659120"/>
            <a:chOff x="0" y="1057655"/>
            <a:chExt cx="10058400" cy="56591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057655"/>
              <a:ext cx="10058400" cy="565861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5656" y="1655064"/>
              <a:ext cx="9468611" cy="179070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85" dirty="0"/>
              <a:t>Display</a:t>
            </a:r>
            <a:r>
              <a:rPr spc="-55" dirty="0"/>
              <a:t> </a:t>
            </a:r>
            <a:r>
              <a:rPr spc="200" dirty="0"/>
              <a:t>Property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2238" y="2360243"/>
            <a:ext cx="9268460" cy="29883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i="1" spc="-1130" dirty="0">
                <a:latin typeface="Trebuchet MS"/>
                <a:cs typeface="Trebuchet MS"/>
              </a:rPr>
              <a:t>d</a:t>
            </a:r>
            <a:r>
              <a:rPr sz="2450" i="1" spc="-1460" dirty="0">
                <a:latin typeface="Trebuchet MS"/>
                <a:cs typeface="Trebuchet MS"/>
              </a:rPr>
              <a:t>i</a:t>
            </a:r>
            <a:r>
              <a:rPr sz="2450" i="1" spc="-725" dirty="0">
                <a:latin typeface="Trebuchet MS"/>
                <a:cs typeface="Trebuchet MS"/>
              </a:rPr>
              <a:t>s</a:t>
            </a:r>
            <a:r>
              <a:rPr sz="2450" i="1" spc="-1130" dirty="0">
                <a:latin typeface="Trebuchet MS"/>
                <a:cs typeface="Trebuchet MS"/>
              </a:rPr>
              <a:t>p</a:t>
            </a:r>
            <a:r>
              <a:rPr sz="2450" i="1" spc="-1535" dirty="0">
                <a:latin typeface="Trebuchet MS"/>
                <a:cs typeface="Trebuchet MS"/>
              </a:rPr>
              <a:t>l</a:t>
            </a:r>
            <a:r>
              <a:rPr sz="2450" i="1" spc="-894" dirty="0">
                <a:latin typeface="Trebuchet MS"/>
                <a:cs typeface="Trebuchet MS"/>
              </a:rPr>
              <a:t>ay</a:t>
            </a:r>
            <a:r>
              <a:rPr sz="2450" i="1" spc="-855" dirty="0">
                <a:latin typeface="Trebuchet MS"/>
                <a:cs typeface="Trebuchet MS"/>
              </a:rPr>
              <a:t>:</a:t>
            </a:r>
            <a:r>
              <a:rPr sz="2450" i="1" spc="-1460" dirty="0">
                <a:latin typeface="Trebuchet MS"/>
                <a:cs typeface="Trebuchet MS"/>
              </a:rPr>
              <a:t>i</a:t>
            </a:r>
            <a:r>
              <a:rPr sz="2450" i="1" spc="-1145" dirty="0">
                <a:latin typeface="Trebuchet MS"/>
                <a:cs typeface="Trebuchet MS"/>
              </a:rPr>
              <a:t>n</a:t>
            </a:r>
            <a:r>
              <a:rPr sz="2450" i="1" spc="-1905" dirty="0">
                <a:latin typeface="Trebuchet MS"/>
                <a:cs typeface="Trebuchet MS"/>
              </a:rPr>
              <a:t>l</a:t>
            </a:r>
            <a:r>
              <a:rPr sz="2450" i="1" spc="-1460" dirty="0">
                <a:latin typeface="Trebuchet MS"/>
                <a:cs typeface="Trebuchet MS"/>
              </a:rPr>
              <a:t>i</a:t>
            </a:r>
            <a:r>
              <a:rPr sz="2450" i="1" spc="-869" dirty="0">
                <a:latin typeface="Trebuchet MS"/>
                <a:cs typeface="Trebuchet MS"/>
              </a:rPr>
              <a:t>n</a:t>
            </a:r>
            <a:r>
              <a:rPr sz="2450" i="1" spc="-335" dirty="0">
                <a:latin typeface="Trebuchet MS"/>
                <a:cs typeface="Trebuchet MS"/>
              </a:rPr>
              <a:t>e</a:t>
            </a:r>
            <a:r>
              <a:rPr sz="2450" i="1" spc="-725" dirty="0">
                <a:latin typeface="Trebuchet MS"/>
                <a:cs typeface="Trebuchet MS"/>
              </a:rPr>
              <a:t>/</a:t>
            </a:r>
            <a:r>
              <a:rPr sz="2450" i="1" spc="-1170" dirty="0">
                <a:latin typeface="Trebuchet MS"/>
                <a:cs typeface="Trebuchet MS"/>
              </a:rPr>
              <a:t>b</a:t>
            </a:r>
            <a:r>
              <a:rPr sz="2450" i="1" spc="-1535" dirty="0">
                <a:latin typeface="Trebuchet MS"/>
                <a:cs typeface="Trebuchet MS"/>
              </a:rPr>
              <a:t>l</a:t>
            </a:r>
            <a:r>
              <a:rPr sz="2450" i="1" spc="-850" dirty="0">
                <a:latin typeface="Trebuchet MS"/>
                <a:cs typeface="Trebuchet MS"/>
              </a:rPr>
              <a:t>o</a:t>
            </a:r>
            <a:r>
              <a:rPr sz="2450" i="1" spc="-815" dirty="0">
                <a:latin typeface="Trebuchet MS"/>
                <a:cs typeface="Trebuchet MS"/>
              </a:rPr>
              <a:t>c</a:t>
            </a:r>
            <a:r>
              <a:rPr sz="2450" i="1" spc="-345" dirty="0">
                <a:latin typeface="Trebuchet MS"/>
                <a:cs typeface="Trebuchet MS"/>
              </a:rPr>
              <a:t>k</a:t>
            </a:r>
            <a:r>
              <a:rPr sz="2450" i="1" spc="-1265" dirty="0">
                <a:latin typeface="Trebuchet MS"/>
                <a:cs typeface="Trebuchet MS"/>
              </a:rPr>
              <a:t>/</a:t>
            </a:r>
            <a:r>
              <a:rPr sz="2450" i="1" spc="-1460" dirty="0">
                <a:latin typeface="Trebuchet MS"/>
                <a:cs typeface="Trebuchet MS"/>
              </a:rPr>
              <a:t>i</a:t>
            </a:r>
            <a:r>
              <a:rPr sz="2450" i="1" spc="-1145" dirty="0">
                <a:latin typeface="Trebuchet MS"/>
                <a:cs typeface="Trebuchet MS"/>
              </a:rPr>
              <a:t>n</a:t>
            </a:r>
            <a:r>
              <a:rPr sz="2450" i="1" spc="-1905" dirty="0">
                <a:latin typeface="Trebuchet MS"/>
                <a:cs typeface="Trebuchet MS"/>
              </a:rPr>
              <a:t>l</a:t>
            </a:r>
            <a:r>
              <a:rPr sz="2450" i="1" spc="-1460" dirty="0">
                <a:latin typeface="Trebuchet MS"/>
                <a:cs typeface="Trebuchet MS"/>
              </a:rPr>
              <a:t>i</a:t>
            </a:r>
            <a:r>
              <a:rPr sz="2450" i="1" spc="-890" dirty="0">
                <a:latin typeface="Trebuchet MS"/>
                <a:cs typeface="Trebuchet MS"/>
              </a:rPr>
              <a:t>n</a:t>
            </a:r>
            <a:r>
              <a:rPr sz="2450" i="1" spc="-1015" dirty="0">
                <a:latin typeface="Trebuchet MS"/>
                <a:cs typeface="Trebuchet MS"/>
              </a:rPr>
              <a:t>e</a:t>
            </a:r>
            <a:r>
              <a:rPr sz="2450" i="1" spc="-1270" dirty="0">
                <a:latin typeface="Trebuchet MS"/>
                <a:cs typeface="Trebuchet MS"/>
              </a:rPr>
              <a:t>-</a:t>
            </a:r>
            <a:r>
              <a:rPr sz="2450" i="1" spc="-1110" dirty="0">
                <a:latin typeface="Trebuchet MS"/>
                <a:cs typeface="Trebuchet MS"/>
              </a:rPr>
              <a:t>b</a:t>
            </a:r>
            <a:r>
              <a:rPr sz="2450" i="1" spc="-1475" dirty="0">
                <a:latin typeface="Trebuchet MS"/>
                <a:cs typeface="Trebuchet MS"/>
              </a:rPr>
              <a:t>l</a:t>
            </a:r>
            <a:r>
              <a:rPr sz="2450" i="1" spc="-790" dirty="0">
                <a:latin typeface="Trebuchet MS"/>
                <a:cs typeface="Trebuchet MS"/>
              </a:rPr>
              <a:t>o</a:t>
            </a:r>
            <a:r>
              <a:rPr sz="2450" i="1" spc="-755" dirty="0">
                <a:latin typeface="Trebuchet MS"/>
                <a:cs typeface="Trebuchet MS"/>
              </a:rPr>
              <a:t>c</a:t>
            </a:r>
            <a:r>
              <a:rPr sz="2450" i="1" spc="-305" dirty="0">
                <a:latin typeface="Trebuchet MS"/>
                <a:cs typeface="Trebuchet MS"/>
              </a:rPr>
              <a:t>k</a:t>
            </a:r>
            <a:r>
              <a:rPr sz="2450" i="1" spc="-615" dirty="0">
                <a:latin typeface="Trebuchet MS"/>
                <a:cs typeface="Trebuchet MS"/>
              </a:rPr>
              <a:t>/</a:t>
            </a:r>
            <a:r>
              <a:rPr sz="2450" i="1" spc="-810" dirty="0">
                <a:latin typeface="Trebuchet MS"/>
                <a:cs typeface="Trebuchet MS"/>
              </a:rPr>
              <a:t>n</a:t>
            </a:r>
            <a:r>
              <a:rPr sz="2450" i="1" spc="-790" dirty="0">
                <a:latin typeface="Trebuchet MS"/>
                <a:cs typeface="Trebuchet MS"/>
              </a:rPr>
              <a:t>o</a:t>
            </a:r>
            <a:r>
              <a:rPr sz="2450" i="1" spc="-830" dirty="0">
                <a:latin typeface="Trebuchet MS"/>
                <a:cs typeface="Trebuchet MS"/>
              </a:rPr>
              <a:t>n</a:t>
            </a:r>
            <a:r>
              <a:rPr sz="2450" i="1" spc="65" dirty="0">
                <a:latin typeface="Trebuchet MS"/>
                <a:cs typeface="Trebuchet MS"/>
              </a:rPr>
              <a:t>e</a:t>
            </a:r>
            <a:endParaRPr sz="24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35"/>
              </a:spcBef>
            </a:pPr>
            <a:endParaRPr sz="2450" dirty="0">
              <a:latin typeface="Trebuchet MS"/>
              <a:cs typeface="Trebuchet MS"/>
            </a:endParaRPr>
          </a:p>
          <a:p>
            <a:pPr marL="221615" indent="-187960">
              <a:lnSpc>
                <a:spcPct val="100000"/>
              </a:lnSpc>
              <a:buFont typeface="Arial"/>
              <a:buChar char="•"/>
              <a:tabLst>
                <a:tab pos="221615" algn="l"/>
              </a:tabLst>
            </a:pPr>
            <a:r>
              <a:rPr sz="1950" dirty="0">
                <a:solidFill>
                  <a:srgbClr val="00AFEF"/>
                </a:solidFill>
                <a:latin typeface="Trebuchet MS"/>
                <a:cs typeface="Trebuchet MS"/>
              </a:rPr>
              <a:t>inline</a:t>
            </a:r>
            <a:r>
              <a:rPr sz="1950" spc="-35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1950" spc="-60" dirty="0">
                <a:latin typeface="Trebuchet MS"/>
                <a:cs typeface="Trebuchet MS"/>
              </a:rPr>
              <a:t>-</a:t>
            </a:r>
            <a:r>
              <a:rPr sz="1950" spc="-20" dirty="0">
                <a:latin typeface="Trebuchet MS"/>
                <a:cs typeface="Trebuchet MS"/>
              </a:rPr>
              <a:t> </a:t>
            </a:r>
            <a:r>
              <a:rPr sz="1950" spc="114" dirty="0">
                <a:latin typeface="Trebuchet MS"/>
                <a:cs typeface="Trebuchet MS"/>
              </a:rPr>
              <a:t>Takes</a:t>
            </a:r>
            <a:r>
              <a:rPr sz="1950" spc="-20" dirty="0">
                <a:latin typeface="Trebuchet MS"/>
                <a:cs typeface="Trebuchet MS"/>
              </a:rPr>
              <a:t> </a:t>
            </a:r>
            <a:r>
              <a:rPr sz="1950" spc="85" dirty="0">
                <a:latin typeface="Trebuchet MS"/>
                <a:cs typeface="Trebuchet MS"/>
              </a:rPr>
              <a:t>only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the</a:t>
            </a:r>
            <a:r>
              <a:rPr sz="1950" spc="-5" dirty="0">
                <a:latin typeface="Trebuchet MS"/>
                <a:cs typeface="Trebuchet MS"/>
              </a:rPr>
              <a:t> </a:t>
            </a:r>
            <a:r>
              <a:rPr sz="1950" spc="170" dirty="0">
                <a:latin typeface="Trebuchet MS"/>
                <a:cs typeface="Trebuchet MS"/>
              </a:rPr>
              <a:t>space</a:t>
            </a:r>
            <a:r>
              <a:rPr sz="1950" spc="-25" dirty="0">
                <a:latin typeface="Trebuchet MS"/>
                <a:cs typeface="Trebuchet MS"/>
              </a:rPr>
              <a:t> </a:t>
            </a:r>
            <a:r>
              <a:rPr sz="1950" spc="80" dirty="0">
                <a:latin typeface="Trebuchet MS"/>
                <a:cs typeface="Trebuchet MS"/>
              </a:rPr>
              <a:t>required</a:t>
            </a:r>
            <a:r>
              <a:rPr sz="1950" spc="-5" dirty="0">
                <a:latin typeface="Trebuchet MS"/>
                <a:cs typeface="Trebuchet MS"/>
              </a:rPr>
              <a:t> </a:t>
            </a:r>
            <a:r>
              <a:rPr sz="1950" spc="105" dirty="0">
                <a:latin typeface="Trebuchet MS"/>
                <a:cs typeface="Trebuchet MS"/>
              </a:rPr>
              <a:t>by</a:t>
            </a:r>
            <a:r>
              <a:rPr sz="1950" spc="-20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the</a:t>
            </a:r>
            <a:r>
              <a:rPr sz="1950" spc="-2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element.</a:t>
            </a:r>
            <a:r>
              <a:rPr sz="1950" spc="-25" dirty="0">
                <a:latin typeface="Trebuchet MS"/>
                <a:cs typeface="Trebuchet MS"/>
              </a:rPr>
              <a:t> </a:t>
            </a:r>
            <a:r>
              <a:rPr sz="1950" spc="80" dirty="0">
                <a:latin typeface="Trebuchet MS"/>
                <a:cs typeface="Trebuchet MS"/>
              </a:rPr>
              <a:t>(no</a:t>
            </a:r>
            <a:r>
              <a:rPr sz="1950" dirty="0">
                <a:latin typeface="Trebuchet MS"/>
                <a:cs typeface="Trebuchet MS"/>
              </a:rPr>
              <a:t> margin/</a:t>
            </a:r>
            <a:r>
              <a:rPr sz="1950" spc="-15" dirty="0">
                <a:latin typeface="Trebuchet MS"/>
                <a:cs typeface="Trebuchet MS"/>
              </a:rPr>
              <a:t> </a:t>
            </a:r>
            <a:r>
              <a:rPr sz="1950" spc="100" dirty="0">
                <a:latin typeface="Trebuchet MS"/>
                <a:cs typeface="Trebuchet MS"/>
              </a:rPr>
              <a:t>padding)</a:t>
            </a:r>
            <a:endParaRPr sz="1950" dirty="0">
              <a:latin typeface="Trebuchet MS"/>
              <a:cs typeface="Trebuchet MS"/>
            </a:endParaRPr>
          </a:p>
          <a:p>
            <a:pPr marL="221615" indent="-187960">
              <a:lnSpc>
                <a:spcPct val="100000"/>
              </a:lnSpc>
              <a:spcBef>
                <a:spcPts val="2055"/>
              </a:spcBef>
              <a:buFont typeface="Arial"/>
              <a:buChar char="•"/>
              <a:tabLst>
                <a:tab pos="221615" algn="l"/>
              </a:tabLst>
            </a:pPr>
            <a:r>
              <a:rPr sz="1950" spc="95" dirty="0">
                <a:solidFill>
                  <a:srgbClr val="00AFEF"/>
                </a:solidFill>
                <a:latin typeface="Trebuchet MS"/>
                <a:cs typeface="Trebuchet MS"/>
              </a:rPr>
              <a:t>block</a:t>
            </a:r>
            <a:r>
              <a:rPr sz="1950" spc="-105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1950" spc="-60" dirty="0">
                <a:latin typeface="Trebuchet MS"/>
                <a:cs typeface="Trebuchet MS"/>
              </a:rPr>
              <a:t>-</a:t>
            </a:r>
            <a:r>
              <a:rPr sz="1950" spc="-95" dirty="0">
                <a:latin typeface="Trebuchet MS"/>
                <a:cs typeface="Trebuchet MS"/>
              </a:rPr>
              <a:t> </a:t>
            </a:r>
            <a:r>
              <a:rPr sz="1950" spc="114" dirty="0">
                <a:latin typeface="Trebuchet MS"/>
                <a:cs typeface="Trebuchet MS"/>
              </a:rPr>
              <a:t>Takes</a:t>
            </a:r>
            <a:r>
              <a:rPr sz="1950" spc="-9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full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170" dirty="0">
                <a:latin typeface="Trebuchet MS"/>
                <a:cs typeface="Trebuchet MS"/>
              </a:rPr>
              <a:t>space</a:t>
            </a:r>
            <a:r>
              <a:rPr sz="1950" spc="-80" dirty="0">
                <a:latin typeface="Trebuchet MS"/>
                <a:cs typeface="Trebuchet MS"/>
              </a:rPr>
              <a:t> </a:t>
            </a:r>
            <a:r>
              <a:rPr sz="1950" spc="60" dirty="0">
                <a:latin typeface="Trebuchet MS"/>
                <a:cs typeface="Trebuchet MS"/>
              </a:rPr>
              <a:t>available</a:t>
            </a:r>
            <a:r>
              <a:rPr sz="1950" spc="-100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in</a:t>
            </a:r>
            <a:r>
              <a:rPr sz="1950" spc="-95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width.</a:t>
            </a:r>
            <a:endParaRPr sz="1950" dirty="0">
              <a:latin typeface="Trebuchet MS"/>
              <a:cs typeface="Trebuchet MS"/>
            </a:endParaRPr>
          </a:p>
          <a:p>
            <a:pPr marL="221615" indent="-187960">
              <a:lnSpc>
                <a:spcPct val="100000"/>
              </a:lnSpc>
              <a:spcBef>
                <a:spcPts val="2050"/>
              </a:spcBef>
              <a:buFont typeface="Arial"/>
              <a:buChar char="•"/>
              <a:tabLst>
                <a:tab pos="221615" algn="l"/>
              </a:tabLst>
            </a:pPr>
            <a:r>
              <a:rPr sz="1950" dirty="0">
                <a:solidFill>
                  <a:srgbClr val="00AFEF"/>
                </a:solidFill>
                <a:latin typeface="Trebuchet MS"/>
                <a:cs typeface="Trebuchet MS"/>
              </a:rPr>
              <a:t>inline-</a:t>
            </a:r>
            <a:r>
              <a:rPr sz="1950" spc="95" dirty="0">
                <a:solidFill>
                  <a:srgbClr val="00AFEF"/>
                </a:solidFill>
                <a:latin typeface="Trebuchet MS"/>
                <a:cs typeface="Trebuchet MS"/>
              </a:rPr>
              <a:t>block</a:t>
            </a:r>
            <a:r>
              <a:rPr sz="1950" spc="-85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1950" spc="-60" dirty="0">
                <a:latin typeface="Trebuchet MS"/>
                <a:cs typeface="Trebuchet MS"/>
              </a:rPr>
              <a:t>-</a:t>
            </a:r>
            <a:r>
              <a:rPr sz="1950" spc="-40" dirty="0">
                <a:latin typeface="Trebuchet MS"/>
                <a:cs typeface="Trebuchet MS"/>
              </a:rPr>
              <a:t> </a:t>
            </a:r>
            <a:r>
              <a:rPr sz="1950" spc="95" dirty="0">
                <a:latin typeface="Trebuchet MS"/>
                <a:cs typeface="Trebuchet MS"/>
              </a:rPr>
              <a:t>Similar</a:t>
            </a:r>
            <a:r>
              <a:rPr sz="1950" spc="-5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to</a:t>
            </a:r>
            <a:r>
              <a:rPr sz="1950" spc="-2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inline</a:t>
            </a:r>
            <a:r>
              <a:rPr sz="1950" spc="-70" dirty="0">
                <a:latin typeface="Trebuchet MS"/>
                <a:cs typeface="Trebuchet MS"/>
              </a:rPr>
              <a:t> </a:t>
            </a:r>
            <a:r>
              <a:rPr sz="1950" spc="55" dirty="0">
                <a:latin typeface="Trebuchet MS"/>
                <a:cs typeface="Trebuchet MS"/>
              </a:rPr>
              <a:t>but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spc="114" dirty="0">
                <a:latin typeface="Trebuchet MS"/>
                <a:cs typeface="Trebuchet MS"/>
              </a:rPr>
              <a:t>we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spc="160" dirty="0">
                <a:latin typeface="Trebuchet MS"/>
                <a:cs typeface="Trebuchet MS"/>
              </a:rPr>
              <a:t>can</a:t>
            </a:r>
            <a:r>
              <a:rPr sz="1950" spc="-25" dirty="0">
                <a:latin typeface="Trebuchet MS"/>
                <a:cs typeface="Trebuchet MS"/>
              </a:rPr>
              <a:t> </a:t>
            </a:r>
            <a:r>
              <a:rPr sz="1950" spc="95" dirty="0">
                <a:latin typeface="Trebuchet MS"/>
                <a:cs typeface="Trebuchet MS"/>
              </a:rPr>
              <a:t>set</a:t>
            </a:r>
            <a:r>
              <a:rPr sz="1950" spc="-25" dirty="0">
                <a:latin typeface="Trebuchet MS"/>
                <a:cs typeface="Trebuchet MS"/>
              </a:rPr>
              <a:t> </a:t>
            </a:r>
            <a:r>
              <a:rPr sz="1950" spc="110" dirty="0">
                <a:latin typeface="Trebuchet MS"/>
                <a:cs typeface="Trebuchet MS"/>
              </a:rPr>
              <a:t>margin</a:t>
            </a:r>
            <a:r>
              <a:rPr sz="1950" spc="-25" dirty="0">
                <a:latin typeface="Trebuchet MS"/>
                <a:cs typeface="Trebuchet MS"/>
              </a:rPr>
              <a:t> </a:t>
            </a:r>
            <a:r>
              <a:rPr sz="1950" spc="120" dirty="0">
                <a:latin typeface="Trebuchet MS"/>
                <a:cs typeface="Trebuchet MS"/>
              </a:rPr>
              <a:t>&amp;</a:t>
            </a:r>
            <a:r>
              <a:rPr sz="1950" spc="-35" dirty="0">
                <a:latin typeface="Trebuchet MS"/>
                <a:cs typeface="Trebuchet MS"/>
              </a:rPr>
              <a:t> </a:t>
            </a:r>
            <a:r>
              <a:rPr sz="1950" spc="80" dirty="0">
                <a:latin typeface="Trebuchet MS"/>
                <a:cs typeface="Trebuchet MS"/>
              </a:rPr>
              <a:t>padding.</a:t>
            </a:r>
            <a:endParaRPr sz="1950" dirty="0">
              <a:latin typeface="Trebuchet MS"/>
              <a:cs typeface="Trebuchet MS"/>
            </a:endParaRPr>
          </a:p>
          <a:p>
            <a:pPr marL="221615" indent="-187960">
              <a:lnSpc>
                <a:spcPct val="100000"/>
              </a:lnSpc>
              <a:spcBef>
                <a:spcPts val="2039"/>
              </a:spcBef>
              <a:buFont typeface="Arial"/>
              <a:buChar char="•"/>
              <a:tabLst>
                <a:tab pos="221615" algn="l"/>
              </a:tabLst>
            </a:pPr>
            <a:r>
              <a:rPr sz="1950" spc="125" dirty="0">
                <a:solidFill>
                  <a:srgbClr val="00AFEF"/>
                </a:solidFill>
                <a:latin typeface="Trebuchet MS"/>
                <a:cs typeface="Trebuchet MS"/>
              </a:rPr>
              <a:t>none</a:t>
            </a:r>
            <a:r>
              <a:rPr sz="1950" spc="-105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-</a:t>
            </a:r>
            <a:r>
              <a:rPr sz="1950" spc="-6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To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95" dirty="0">
                <a:latin typeface="Trebuchet MS"/>
                <a:cs typeface="Trebuchet MS"/>
              </a:rPr>
              <a:t>remove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65" dirty="0">
                <a:latin typeface="Trebuchet MS"/>
                <a:cs typeface="Trebuchet MS"/>
              </a:rPr>
              <a:t>element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from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110" dirty="0">
                <a:latin typeface="Trebuchet MS"/>
                <a:cs typeface="Trebuchet MS"/>
              </a:rPr>
              <a:t>document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flow.</a:t>
            </a:r>
            <a:endParaRPr sz="195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215" dirty="0"/>
              <a:t>Visibility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02162" y="2953101"/>
            <a:ext cx="2540000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i="1" spc="-1090" dirty="0">
                <a:latin typeface="Trebuchet MS"/>
                <a:cs typeface="Trebuchet MS"/>
              </a:rPr>
              <a:t>v</a:t>
            </a:r>
            <a:r>
              <a:rPr sz="2450" i="1" spc="-1385" dirty="0">
                <a:latin typeface="Trebuchet MS"/>
                <a:cs typeface="Trebuchet MS"/>
              </a:rPr>
              <a:t>i</a:t>
            </a:r>
            <a:r>
              <a:rPr sz="2450" i="1" spc="-860" dirty="0">
                <a:latin typeface="Trebuchet MS"/>
                <a:cs typeface="Trebuchet MS"/>
              </a:rPr>
              <a:t>s</a:t>
            </a:r>
            <a:r>
              <a:rPr sz="2450" i="1" spc="-1385" dirty="0">
                <a:latin typeface="Trebuchet MS"/>
                <a:cs typeface="Trebuchet MS"/>
              </a:rPr>
              <a:t>i</a:t>
            </a:r>
            <a:r>
              <a:rPr sz="2450" i="1" spc="-1075" dirty="0">
                <a:latin typeface="Trebuchet MS"/>
                <a:cs typeface="Trebuchet MS"/>
              </a:rPr>
              <a:t>b</a:t>
            </a:r>
            <a:r>
              <a:rPr sz="2450" i="1" spc="-1735" dirty="0">
                <a:latin typeface="Trebuchet MS"/>
                <a:cs typeface="Trebuchet MS"/>
              </a:rPr>
              <a:t>i</a:t>
            </a:r>
            <a:r>
              <a:rPr sz="2450" i="1" spc="-1830" dirty="0">
                <a:latin typeface="Trebuchet MS"/>
                <a:cs typeface="Trebuchet MS"/>
              </a:rPr>
              <a:t>l</a:t>
            </a:r>
            <a:r>
              <a:rPr sz="2450" i="1" spc="-1515" dirty="0">
                <a:latin typeface="Trebuchet MS"/>
                <a:cs typeface="Trebuchet MS"/>
              </a:rPr>
              <a:t>i</a:t>
            </a:r>
            <a:r>
              <a:rPr sz="2450" i="1" spc="-1235" dirty="0">
                <a:latin typeface="Trebuchet MS"/>
                <a:cs typeface="Trebuchet MS"/>
              </a:rPr>
              <a:t>t</a:t>
            </a:r>
            <a:r>
              <a:rPr sz="2450" i="1" spc="-795" dirty="0">
                <a:latin typeface="Trebuchet MS"/>
                <a:cs typeface="Trebuchet MS"/>
              </a:rPr>
              <a:t>y</a:t>
            </a:r>
            <a:r>
              <a:rPr sz="2450" i="1" spc="-385" dirty="0">
                <a:latin typeface="Trebuchet MS"/>
                <a:cs typeface="Trebuchet MS"/>
              </a:rPr>
              <a:t>:</a:t>
            </a:r>
            <a:r>
              <a:rPr sz="2450" i="1" spc="-1095" dirty="0">
                <a:latin typeface="Trebuchet MS"/>
                <a:cs typeface="Trebuchet MS"/>
              </a:rPr>
              <a:t>h</a:t>
            </a:r>
            <a:r>
              <a:rPr sz="2450" i="1" spc="-1385" dirty="0">
                <a:latin typeface="Trebuchet MS"/>
                <a:cs typeface="Trebuchet MS"/>
              </a:rPr>
              <a:t>i</a:t>
            </a:r>
            <a:r>
              <a:rPr sz="2450" i="1" spc="-780" dirty="0">
                <a:latin typeface="Trebuchet MS"/>
                <a:cs typeface="Trebuchet MS"/>
              </a:rPr>
              <a:t>d</a:t>
            </a:r>
            <a:r>
              <a:rPr sz="2450" i="1" spc="-800" dirty="0">
                <a:latin typeface="Trebuchet MS"/>
                <a:cs typeface="Trebuchet MS"/>
              </a:rPr>
              <a:t>d</a:t>
            </a:r>
            <a:r>
              <a:rPr sz="2450" i="1" spc="-795" dirty="0">
                <a:latin typeface="Trebuchet MS"/>
                <a:cs typeface="Trebuchet MS"/>
              </a:rPr>
              <a:t>e</a:t>
            </a:r>
            <a:r>
              <a:rPr sz="2450" i="1" spc="-815" dirty="0">
                <a:latin typeface="Trebuchet MS"/>
                <a:cs typeface="Trebuchet MS"/>
              </a:rPr>
              <a:t>n</a:t>
            </a:r>
            <a:r>
              <a:rPr sz="2450" i="1" spc="80" dirty="0">
                <a:latin typeface="Trebuchet MS"/>
                <a:cs typeface="Trebuchet MS"/>
              </a:rPr>
              <a:t>;</a:t>
            </a:r>
            <a:endParaRPr sz="245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4651" y="4146690"/>
            <a:ext cx="9169400" cy="843915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2300" spc="70" dirty="0">
                <a:solidFill>
                  <a:srgbClr val="00AFEF"/>
                </a:solidFill>
                <a:latin typeface="Trebuchet MS"/>
                <a:cs typeface="Trebuchet MS"/>
              </a:rPr>
              <a:t>Note</a:t>
            </a:r>
            <a:r>
              <a:rPr sz="2300" spc="70" dirty="0">
                <a:latin typeface="Trebuchet MS"/>
                <a:cs typeface="Trebuchet MS"/>
              </a:rPr>
              <a:t>:</a:t>
            </a:r>
            <a:r>
              <a:rPr sz="2300" spc="-75" dirty="0">
                <a:latin typeface="Trebuchet MS"/>
                <a:cs typeface="Trebuchet MS"/>
              </a:rPr>
              <a:t> </a:t>
            </a:r>
            <a:r>
              <a:rPr sz="1950" spc="135" dirty="0">
                <a:latin typeface="Trebuchet MS"/>
                <a:cs typeface="Trebuchet MS"/>
              </a:rPr>
              <a:t>When</a:t>
            </a:r>
            <a:r>
              <a:rPr sz="1950" spc="-3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visibility</a:t>
            </a:r>
            <a:r>
              <a:rPr sz="1950" spc="-55" dirty="0">
                <a:latin typeface="Trebuchet MS"/>
                <a:cs typeface="Trebuchet MS"/>
              </a:rPr>
              <a:t> </a:t>
            </a:r>
            <a:r>
              <a:rPr sz="1950" spc="140" dirty="0">
                <a:latin typeface="Trebuchet MS"/>
                <a:cs typeface="Trebuchet MS"/>
              </a:rPr>
              <a:t>is</a:t>
            </a:r>
            <a:r>
              <a:rPr sz="1950" spc="-30" dirty="0">
                <a:latin typeface="Trebuchet MS"/>
                <a:cs typeface="Trebuchet MS"/>
              </a:rPr>
              <a:t> </a:t>
            </a:r>
            <a:r>
              <a:rPr sz="1950" spc="95" dirty="0">
                <a:latin typeface="Trebuchet MS"/>
                <a:cs typeface="Trebuchet MS"/>
              </a:rPr>
              <a:t>set</a:t>
            </a:r>
            <a:r>
              <a:rPr sz="1950" spc="-1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to</a:t>
            </a:r>
            <a:r>
              <a:rPr sz="1950" spc="-15" dirty="0">
                <a:latin typeface="Trebuchet MS"/>
                <a:cs typeface="Trebuchet MS"/>
              </a:rPr>
              <a:t> </a:t>
            </a:r>
            <a:r>
              <a:rPr sz="1950" spc="60" dirty="0">
                <a:latin typeface="Trebuchet MS"/>
                <a:cs typeface="Trebuchet MS"/>
              </a:rPr>
              <a:t>none,</a:t>
            </a:r>
            <a:r>
              <a:rPr sz="1950" spc="-30" dirty="0">
                <a:latin typeface="Trebuchet MS"/>
                <a:cs typeface="Trebuchet MS"/>
              </a:rPr>
              <a:t> </a:t>
            </a:r>
            <a:r>
              <a:rPr sz="1950" spc="170" dirty="0">
                <a:latin typeface="Trebuchet MS"/>
                <a:cs typeface="Trebuchet MS"/>
              </a:rPr>
              <a:t>space</a:t>
            </a:r>
            <a:r>
              <a:rPr sz="1950" spc="-3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for</a:t>
            </a:r>
            <a:r>
              <a:rPr sz="1950" spc="-2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the</a:t>
            </a:r>
            <a:r>
              <a:rPr sz="1950" spc="-10" dirty="0">
                <a:latin typeface="Trebuchet MS"/>
                <a:cs typeface="Trebuchet MS"/>
              </a:rPr>
              <a:t> </a:t>
            </a:r>
            <a:r>
              <a:rPr sz="1950" spc="60" dirty="0">
                <a:latin typeface="Trebuchet MS"/>
                <a:cs typeface="Trebuchet MS"/>
              </a:rPr>
              <a:t>element</a:t>
            </a:r>
            <a:r>
              <a:rPr sz="1950" spc="-15" dirty="0">
                <a:latin typeface="Trebuchet MS"/>
                <a:cs typeface="Trebuchet MS"/>
              </a:rPr>
              <a:t> </a:t>
            </a:r>
            <a:r>
              <a:rPr sz="1950" spc="130" dirty="0">
                <a:latin typeface="Trebuchet MS"/>
                <a:cs typeface="Trebuchet MS"/>
              </a:rPr>
              <a:t>is</a:t>
            </a:r>
            <a:r>
              <a:rPr sz="1950" spc="-30" dirty="0">
                <a:latin typeface="Trebuchet MS"/>
                <a:cs typeface="Trebuchet MS"/>
              </a:rPr>
              <a:t> </a:t>
            </a:r>
            <a:r>
              <a:rPr sz="1950" spc="80" dirty="0">
                <a:latin typeface="Trebuchet MS"/>
                <a:cs typeface="Trebuchet MS"/>
              </a:rPr>
              <a:t>reserved.</a:t>
            </a:r>
            <a:endParaRPr sz="1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950" spc="125" dirty="0">
                <a:latin typeface="Trebuchet MS"/>
                <a:cs typeface="Trebuchet MS"/>
              </a:rPr>
              <a:t>But</a:t>
            </a:r>
            <a:r>
              <a:rPr sz="1950" spc="-7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for</a:t>
            </a:r>
            <a:r>
              <a:rPr sz="1950" spc="-50" dirty="0">
                <a:latin typeface="Trebuchet MS"/>
                <a:cs typeface="Trebuchet MS"/>
              </a:rPr>
              <a:t> </a:t>
            </a:r>
            <a:r>
              <a:rPr sz="1950" spc="100" dirty="0">
                <a:latin typeface="Trebuchet MS"/>
                <a:cs typeface="Trebuchet MS"/>
              </a:rPr>
              <a:t>display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spc="105" dirty="0">
                <a:latin typeface="Trebuchet MS"/>
                <a:cs typeface="Trebuchet MS"/>
              </a:rPr>
              <a:t>set</a:t>
            </a:r>
            <a:r>
              <a:rPr sz="1950" spc="-7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to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spc="65" dirty="0">
                <a:latin typeface="Trebuchet MS"/>
                <a:cs typeface="Trebuchet MS"/>
              </a:rPr>
              <a:t>none,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spc="135" dirty="0">
                <a:latin typeface="Trebuchet MS"/>
                <a:cs typeface="Trebuchet MS"/>
              </a:rPr>
              <a:t>no</a:t>
            </a:r>
            <a:r>
              <a:rPr sz="1950" spc="-65" dirty="0">
                <a:latin typeface="Trebuchet MS"/>
                <a:cs typeface="Trebuchet MS"/>
              </a:rPr>
              <a:t> </a:t>
            </a:r>
            <a:r>
              <a:rPr sz="1950" spc="170" dirty="0">
                <a:latin typeface="Trebuchet MS"/>
                <a:cs typeface="Trebuchet MS"/>
              </a:rPr>
              <a:t>space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spc="130" dirty="0">
                <a:latin typeface="Trebuchet MS"/>
                <a:cs typeface="Trebuchet MS"/>
              </a:rPr>
              <a:t>is</a:t>
            </a:r>
            <a:r>
              <a:rPr sz="1950" spc="-65" dirty="0">
                <a:latin typeface="Trebuchet MS"/>
                <a:cs typeface="Trebuchet MS"/>
              </a:rPr>
              <a:t> </a:t>
            </a:r>
            <a:r>
              <a:rPr sz="1950" spc="114" dirty="0">
                <a:latin typeface="Trebuchet MS"/>
                <a:cs typeface="Trebuchet MS"/>
              </a:rPr>
              <a:t>reserved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spc="110" dirty="0">
                <a:latin typeface="Trebuchet MS"/>
                <a:cs typeface="Trebuchet MS"/>
              </a:rPr>
              <a:t>or</a:t>
            </a:r>
            <a:r>
              <a:rPr sz="1950" spc="-50" dirty="0">
                <a:latin typeface="Trebuchet MS"/>
                <a:cs typeface="Trebuchet MS"/>
              </a:rPr>
              <a:t> </a:t>
            </a:r>
            <a:r>
              <a:rPr sz="1950" spc="90" dirty="0">
                <a:latin typeface="Trebuchet MS"/>
                <a:cs typeface="Trebuchet MS"/>
              </a:rPr>
              <a:t>blocked</a:t>
            </a:r>
            <a:r>
              <a:rPr sz="1950" spc="-6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for</a:t>
            </a:r>
            <a:r>
              <a:rPr sz="1950" spc="-5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the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element.</a:t>
            </a:r>
            <a:endParaRPr sz="195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225" dirty="0"/>
              <a:t>Alpha</a:t>
            </a:r>
            <a:r>
              <a:rPr spc="-75" dirty="0"/>
              <a:t> </a:t>
            </a:r>
            <a:r>
              <a:rPr spc="190" dirty="0"/>
              <a:t>Channel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5372" y="2361748"/>
            <a:ext cx="3545204" cy="25222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spc="95" dirty="0">
                <a:solidFill>
                  <a:srgbClr val="00AFEF"/>
                </a:solidFill>
                <a:latin typeface="Trebuchet MS"/>
                <a:cs typeface="Trebuchet MS"/>
              </a:rPr>
              <a:t>opacity</a:t>
            </a:r>
            <a:r>
              <a:rPr sz="2300" spc="-145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2300" spc="60" dirty="0">
                <a:solidFill>
                  <a:srgbClr val="00AFEF"/>
                </a:solidFill>
                <a:latin typeface="Trebuchet MS"/>
                <a:cs typeface="Trebuchet MS"/>
              </a:rPr>
              <a:t>(0</a:t>
            </a:r>
            <a:r>
              <a:rPr sz="2300" spc="-75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2300" dirty="0">
                <a:solidFill>
                  <a:srgbClr val="00AFEF"/>
                </a:solidFill>
                <a:latin typeface="Trebuchet MS"/>
                <a:cs typeface="Trebuchet MS"/>
              </a:rPr>
              <a:t>to</a:t>
            </a:r>
            <a:r>
              <a:rPr sz="2300" spc="-100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2300" spc="35" dirty="0">
                <a:solidFill>
                  <a:srgbClr val="00AFEF"/>
                </a:solidFill>
                <a:latin typeface="Trebuchet MS"/>
                <a:cs typeface="Trebuchet MS"/>
              </a:rPr>
              <a:t>1)</a:t>
            </a:r>
            <a:endParaRPr sz="2300" dirty="0">
              <a:latin typeface="Trebuchet MS"/>
              <a:cs typeface="Trebuchet MS"/>
            </a:endParaRPr>
          </a:p>
          <a:p>
            <a:pPr marL="200660" indent="-187960">
              <a:lnSpc>
                <a:spcPct val="100000"/>
              </a:lnSpc>
              <a:spcBef>
                <a:spcPts val="2460"/>
              </a:spcBef>
              <a:buFont typeface="Arial"/>
              <a:buChar char="•"/>
              <a:tabLst>
                <a:tab pos="200660" algn="l"/>
              </a:tabLst>
            </a:pPr>
            <a:r>
              <a:rPr sz="2300" spc="260" dirty="0">
                <a:latin typeface="Trebuchet MS"/>
                <a:cs typeface="Trebuchet MS"/>
              </a:rPr>
              <a:t>RGBA</a:t>
            </a:r>
            <a:endParaRPr sz="23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2300" dirty="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</a:pPr>
            <a:r>
              <a:rPr sz="1950" spc="65" dirty="0">
                <a:latin typeface="Trebuchet MS"/>
                <a:cs typeface="Trebuchet MS"/>
              </a:rPr>
              <a:t>color:</a:t>
            </a:r>
            <a:r>
              <a:rPr sz="1950" spc="-70" dirty="0">
                <a:latin typeface="Trebuchet MS"/>
                <a:cs typeface="Trebuchet MS"/>
              </a:rPr>
              <a:t> </a:t>
            </a:r>
            <a:r>
              <a:rPr sz="1950" spc="95" dirty="0">
                <a:solidFill>
                  <a:srgbClr val="BF0000"/>
                </a:solidFill>
                <a:latin typeface="Trebuchet MS"/>
                <a:cs typeface="Trebuchet MS"/>
              </a:rPr>
              <a:t>rgba(255,</a:t>
            </a:r>
            <a:r>
              <a:rPr sz="1950" spc="-70" dirty="0">
                <a:solidFill>
                  <a:srgbClr val="BF0000"/>
                </a:solidFill>
                <a:latin typeface="Trebuchet MS"/>
                <a:cs typeface="Trebuchet MS"/>
              </a:rPr>
              <a:t> </a:t>
            </a:r>
            <a:r>
              <a:rPr sz="1950" dirty="0">
                <a:solidFill>
                  <a:srgbClr val="BF0000"/>
                </a:solidFill>
                <a:latin typeface="Trebuchet MS"/>
                <a:cs typeface="Trebuchet MS"/>
              </a:rPr>
              <a:t>0,</a:t>
            </a:r>
            <a:r>
              <a:rPr sz="1950" spc="-65" dirty="0">
                <a:solidFill>
                  <a:srgbClr val="BF0000"/>
                </a:solidFill>
                <a:latin typeface="Trebuchet MS"/>
                <a:cs typeface="Trebuchet MS"/>
              </a:rPr>
              <a:t> </a:t>
            </a:r>
            <a:r>
              <a:rPr sz="1950" dirty="0">
                <a:solidFill>
                  <a:srgbClr val="BF0000"/>
                </a:solidFill>
                <a:latin typeface="Trebuchet MS"/>
                <a:cs typeface="Trebuchet MS"/>
              </a:rPr>
              <a:t>0,</a:t>
            </a:r>
            <a:r>
              <a:rPr sz="1950" spc="-45" dirty="0">
                <a:solidFill>
                  <a:srgbClr val="BF0000"/>
                </a:solidFill>
                <a:latin typeface="Trebuchet MS"/>
                <a:cs typeface="Trebuchet MS"/>
              </a:rPr>
              <a:t> </a:t>
            </a:r>
            <a:r>
              <a:rPr sz="1950" spc="-20" dirty="0">
                <a:solidFill>
                  <a:srgbClr val="BF0000"/>
                </a:solidFill>
                <a:latin typeface="Trebuchet MS"/>
                <a:cs typeface="Trebuchet MS"/>
              </a:rPr>
              <a:t>0.5);</a:t>
            </a:r>
            <a:endParaRPr sz="19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745"/>
              </a:spcBef>
            </a:pPr>
            <a:endParaRPr sz="1950" dirty="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</a:pPr>
            <a:r>
              <a:rPr sz="1950" spc="65" dirty="0">
                <a:latin typeface="Trebuchet MS"/>
                <a:cs typeface="Trebuchet MS"/>
              </a:rPr>
              <a:t>color:</a:t>
            </a:r>
            <a:r>
              <a:rPr sz="1950" spc="-70" dirty="0">
                <a:latin typeface="Trebuchet MS"/>
                <a:cs typeface="Trebuchet MS"/>
              </a:rPr>
              <a:t> </a:t>
            </a:r>
            <a:r>
              <a:rPr sz="1950" spc="95" dirty="0">
                <a:solidFill>
                  <a:srgbClr val="FF0000"/>
                </a:solidFill>
                <a:latin typeface="Trebuchet MS"/>
                <a:cs typeface="Trebuchet MS"/>
              </a:rPr>
              <a:t>rgba(255,</a:t>
            </a:r>
            <a:r>
              <a:rPr sz="1950" spc="-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950" dirty="0">
                <a:solidFill>
                  <a:srgbClr val="FF0000"/>
                </a:solidFill>
                <a:latin typeface="Trebuchet MS"/>
                <a:cs typeface="Trebuchet MS"/>
              </a:rPr>
              <a:t>0,</a:t>
            </a:r>
            <a:r>
              <a:rPr sz="1950" spc="-6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950" dirty="0">
                <a:solidFill>
                  <a:srgbClr val="FF0000"/>
                </a:solidFill>
                <a:latin typeface="Trebuchet MS"/>
                <a:cs typeface="Trebuchet MS"/>
              </a:rPr>
              <a:t>0,</a:t>
            </a:r>
            <a:r>
              <a:rPr sz="1950" spc="-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950" spc="-25" dirty="0">
                <a:solidFill>
                  <a:srgbClr val="FF0000"/>
                </a:solidFill>
                <a:latin typeface="Trebuchet MS"/>
                <a:cs typeface="Trebuchet MS"/>
              </a:rPr>
              <a:t>1);</a:t>
            </a:r>
            <a:endParaRPr sz="195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5427" y="2567453"/>
            <a:ext cx="7821295" cy="36709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spc="110" dirty="0">
                <a:latin typeface="Trebuchet MS"/>
                <a:cs typeface="Trebuchet MS"/>
              </a:rPr>
              <a:t>Q1-</a:t>
            </a:r>
            <a:r>
              <a:rPr sz="1950" spc="-50" dirty="0">
                <a:latin typeface="Trebuchet MS"/>
                <a:cs typeface="Trebuchet MS"/>
              </a:rPr>
              <a:t> </a:t>
            </a:r>
            <a:r>
              <a:rPr sz="1950" spc="90" dirty="0">
                <a:latin typeface="Trebuchet MS"/>
                <a:cs typeface="Trebuchet MS"/>
              </a:rPr>
              <a:t>Create</a:t>
            </a:r>
            <a:r>
              <a:rPr sz="1950" spc="-55" dirty="0">
                <a:latin typeface="Trebuchet MS"/>
                <a:cs typeface="Trebuchet MS"/>
              </a:rPr>
              <a:t> </a:t>
            </a:r>
            <a:r>
              <a:rPr sz="1950" spc="140" dirty="0">
                <a:latin typeface="Trebuchet MS"/>
                <a:cs typeface="Trebuchet MS"/>
              </a:rPr>
              <a:t>a</a:t>
            </a:r>
            <a:r>
              <a:rPr sz="1950" spc="-30" dirty="0">
                <a:latin typeface="Trebuchet MS"/>
                <a:cs typeface="Trebuchet MS"/>
              </a:rPr>
              <a:t> </a:t>
            </a:r>
            <a:r>
              <a:rPr sz="1950" spc="125" dirty="0">
                <a:latin typeface="Trebuchet MS"/>
                <a:cs typeface="Trebuchet MS"/>
              </a:rPr>
              <a:t>webpage</a:t>
            </a:r>
            <a:r>
              <a:rPr sz="1950" spc="-55" dirty="0">
                <a:latin typeface="Trebuchet MS"/>
                <a:cs typeface="Trebuchet MS"/>
              </a:rPr>
              <a:t> </a:t>
            </a:r>
            <a:r>
              <a:rPr sz="1950" spc="55" dirty="0">
                <a:latin typeface="Trebuchet MS"/>
                <a:cs typeface="Trebuchet MS"/>
              </a:rPr>
              <a:t>layout</a:t>
            </a:r>
            <a:r>
              <a:rPr sz="1950" spc="-7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with</a:t>
            </a:r>
            <a:r>
              <a:rPr sz="1950" spc="-55" dirty="0">
                <a:latin typeface="Trebuchet MS"/>
                <a:cs typeface="Trebuchet MS"/>
              </a:rPr>
              <a:t> </a:t>
            </a:r>
            <a:r>
              <a:rPr sz="1950" spc="140" dirty="0">
                <a:latin typeface="Trebuchet MS"/>
                <a:cs typeface="Trebuchet MS"/>
              </a:rPr>
              <a:t>a</a:t>
            </a:r>
            <a:r>
              <a:rPr sz="1950" spc="-30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header,</a:t>
            </a:r>
            <a:r>
              <a:rPr sz="1950" spc="-30" dirty="0">
                <a:latin typeface="Trebuchet MS"/>
                <a:cs typeface="Trebuchet MS"/>
              </a:rPr>
              <a:t> </a:t>
            </a:r>
            <a:r>
              <a:rPr sz="1950" spc="140" dirty="0">
                <a:latin typeface="Trebuchet MS"/>
                <a:cs typeface="Trebuchet MS"/>
              </a:rPr>
              <a:t>a</a:t>
            </a:r>
            <a:r>
              <a:rPr sz="1950" spc="-5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footer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spc="120" dirty="0">
                <a:latin typeface="Trebuchet MS"/>
                <a:cs typeface="Trebuchet MS"/>
              </a:rPr>
              <a:t>&amp;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spc="140" dirty="0">
                <a:latin typeface="Trebuchet MS"/>
                <a:cs typeface="Trebuchet MS"/>
              </a:rPr>
              <a:t>a</a:t>
            </a:r>
            <a:r>
              <a:rPr sz="1950" spc="-30" dirty="0">
                <a:latin typeface="Trebuchet MS"/>
                <a:cs typeface="Trebuchet MS"/>
              </a:rPr>
              <a:t> </a:t>
            </a:r>
            <a:r>
              <a:rPr sz="1950" spc="65" dirty="0">
                <a:latin typeface="Trebuchet MS"/>
                <a:cs typeface="Trebuchet MS"/>
              </a:rPr>
              <a:t>content</a:t>
            </a:r>
            <a:endParaRPr sz="1950">
              <a:latin typeface="Trebuchet MS"/>
              <a:cs typeface="Trebuchet MS"/>
            </a:endParaRPr>
          </a:p>
          <a:p>
            <a:pPr marL="514984" marR="625475">
              <a:lnSpc>
                <a:spcPct val="187200"/>
              </a:lnSpc>
              <a:spcBef>
                <a:spcPts val="10"/>
              </a:spcBef>
            </a:pPr>
            <a:r>
              <a:rPr sz="1950" spc="105" dirty="0">
                <a:latin typeface="Trebuchet MS"/>
                <a:cs typeface="Trebuchet MS"/>
              </a:rPr>
              <a:t>area</a:t>
            </a:r>
            <a:r>
              <a:rPr sz="1950" spc="-95" dirty="0">
                <a:latin typeface="Trebuchet MS"/>
                <a:cs typeface="Trebuchet MS"/>
              </a:rPr>
              <a:t> </a:t>
            </a:r>
            <a:r>
              <a:rPr sz="1950" spc="100" dirty="0">
                <a:latin typeface="Trebuchet MS"/>
                <a:cs typeface="Trebuchet MS"/>
              </a:rPr>
              <a:t>containing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140" dirty="0">
                <a:latin typeface="Trebuchet MS"/>
                <a:cs typeface="Trebuchet MS"/>
              </a:rPr>
              <a:t>3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60" dirty="0">
                <a:latin typeface="Trebuchet MS"/>
                <a:cs typeface="Trebuchet MS"/>
              </a:rPr>
              <a:t>divs.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spc="130" dirty="0">
                <a:latin typeface="Trebuchet MS"/>
                <a:cs typeface="Trebuchet MS"/>
              </a:rPr>
              <a:t>Set</a:t>
            </a:r>
            <a:r>
              <a:rPr sz="1950" spc="-70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the</a:t>
            </a:r>
            <a:r>
              <a:rPr sz="1950" spc="-95" dirty="0">
                <a:latin typeface="Trebuchet MS"/>
                <a:cs typeface="Trebuchet MS"/>
              </a:rPr>
              <a:t> </a:t>
            </a:r>
            <a:r>
              <a:rPr sz="1950" spc="85" dirty="0">
                <a:latin typeface="Trebuchet MS"/>
                <a:cs typeface="Trebuchet MS"/>
              </a:rPr>
              <a:t>height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120" dirty="0">
                <a:latin typeface="Trebuchet MS"/>
                <a:cs typeface="Trebuchet MS"/>
              </a:rPr>
              <a:t>&amp;</a:t>
            </a:r>
            <a:r>
              <a:rPr sz="1950" spc="-80" dirty="0">
                <a:latin typeface="Trebuchet MS"/>
                <a:cs typeface="Trebuchet MS"/>
              </a:rPr>
              <a:t> </a:t>
            </a:r>
            <a:r>
              <a:rPr sz="1950" spc="60" dirty="0">
                <a:latin typeface="Trebuchet MS"/>
                <a:cs typeface="Trebuchet MS"/>
              </a:rPr>
              <a:t>width</a:t>
            </a:r>
            <a:r>
              <a:rPr sz="1950" spc="-7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of</a:t>
            </a:r>
            <a:r>
              <a:rPr sz="1950" spc="155" dirty="0">
                <a:latin typeface="Trebuchet MS"/>
                <a:cs typeface="Trebuchet MS"/>
              </a:rPr>
              <a:t> </a:t>
            </a:r>
            <a:r>
              <a:rPr sz="1950" spc="125" dirty="0">
                <a:latin typeface="Trebuchet MS"/>
                <a:cs typeface="Trebuchet MS"/>
              </a:rPr>
              <a:t>divs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spc="-25" dirty="0">
                <a:latin typeface="Trebuchet MS"/>
                <a:cs typeface="Trebuchet MS"/>
              </a:rPr>
              <a:t>to </a:t>
            </a:r>
            <a:r>
              <a:rPr sz="1950" spc="85" dirty="0">
                <a:latin typeface="Trebuchet MS"/>
                <a:cs typeface="Trebuchet MS"/>
              </a:rPr>
              <a:t>100px.</a:t>
            </a:r>
            <a:r>
              <a:rPr sz="1950" spc="-100" dirty="0">
                <a:latin typeface="Trebuchet MS"/>
                <a:cs typeface="Trebuchet MS"/>
              </a:rPr>
              <a:t> </a:t>
            </a:r>
            <a:r>
              <a:rPr sz="1950" spc="100" dirty="0">
                <a:latin typeface="Trebuchet MS"/>
                <a:cs typeface="Trebuchet MS"/>
              </a:rPr>
              <a:t>(add</a:t>
            </a:r>
            <a:r>
              <a:rPr sz="1950" spc="-80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the</a:t>
            </a:r>
            <a:r>
              <a:rPr sz="1950" spc="-100" dirty="0">
                <a:latin typeface="Trebuchet MS"/>
                <a:cs typeface="Trebuchet MS"/>
              </a:rPr>
              <a:t> </a:t>
            </a:r>
            <a:r>
              <a:rPr sz="1950" spc="110" dirty="0">
                <a:latin typeface="Trebuchet MS"/>
                <a:cs typeface="Trebuchet MS"/>
              </a:rPr>
              <a:t>previous</a:t>
            </a:r>
            <a:r>
              <a:rPr sz="1950" spc="-95" dirty="0">
                <a:latin typeface="Trebuchet MS"/>
                <a:cs typeface="Trebuchet MS"/>
              </a:rPr>
              <a:t> </a:t>
            </a:r>
            <a:r>
              <a:rPr sz="1950" spc="114" dirty="0">
                <a:latin typeface="Trebuchet MS"/>
                <a:cs typeface="Trebuchet MS"/>
              </a:rPr>
              <a:t>navbar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in</a:t>
            </a:r>
            <a:r>
              <a:rPr sz="1950" spc="-100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the</a:t>
            </a:r>
            <a:r>
              <a:rPr sz="1950" spc="-80" dirty="0">
                <a:latin typeface="Trebuchet MS"/>
                <a:cs typeface="Trebuchet MS"/>
              </a:rPr>
              <a:t> </a:t>
            </a:r>
            <a:r>
              <a:rPr sz="1950" spc="85" dirty="0">
                <a:latin typeface="Trebuchet MS"/>
                <a:cs typeface="Trebuchet MS"/>
              </a:rPr>
              <a:t>header)</a:t>
            </a:r>
            <a:endParaRPr sz="1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050"/>
              </a:spcBef>
            </a:pPr>
            <a:r>
              <a:rPr sz="1950" spc="95" dirty="0">
                <a:latin typeface="Trebuchet MS"/>
                <a:cs typeface="Trebuchet MS"/>
              </a:rPr>
              <a:t>Q2:</a:t>
            </a:r>
            <a:r>
              <a:rPr sz="1950" spc="-80" dirty="0">
                <a:latin typeface="Trebuchet MS"/>
                <a:cs typeface="Trebuchet MS"/>
              </a:rPr>
              <a:t> </a:t>
            </a:r>
            <a:r>
              <a:rPr sz="1950" spc="175" dirty="0">
                <a:latin typeface="Trebuchet MS"/>
                <a:cs typeface="Trebuchet MS"/>
              </a:rPr>
              <a:t>Add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spc="125" dirty="0">
                <a:latin typeface="Trebuchet MS"/>
                <a:cs typeface="Trebuchet MS"/>
              </a:rPr>
              <a:t>borders</a:t>
            </a:r>
            <a:r>
              <a:rPr sz="1950" spc="-8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to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all</a:t>
            </a:r>
            <a:r>
              <a:rPr sz="1950" spc="-75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the</a:t>
            </a:r>
            <a:r>
              <a:rPr sz="1950" spc="-80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divs.</a:t>
            </a:r>
            <a:endParaRPr sz="1950">
              <a:latin typeface="Trebuchet MS"/>
              <a:cs typeface="Trebuchet MS"/>
            </a:endParaRPr>
          </a:p>
          <a:p>
            <a:pPr marL="514984" marR="5080" indent="-502920">
              <a:lnSpc>
                <a:spcPct val="187700"/>
              </a:lnSpc>
            </a:pPr>
            <a:r>
              <a:rPr sz="1950" spc="95" dirty="0">
                <a:latin typeface="Trebuchet MS"/>
                <a:cs typeface="Trebuchet MS"/>
              </a:rPr>
              <a:t>Q3:</a:t>
            </a:r>
            <a:r>
              <a:rPr sz="1950" spc="-40" dirty="0">
                <a:latin typeface="Trebuchet MS"/>
                <a:cs typeface="Trebuchet MS"/>
              </a:rPr>
              <a:t> </a:t>
            </a:r>
            <a:r>
              <a:rPr sz="1950" spc="175" dirty="0">
                <a:latin typeface="Trebuchet MS"/>
                <a:cs typeface="Trebuchet MS"/>
              </a:rPr>
              <a:t>Add</a:t>
            </a:r>
            <a:r>
              <a:rPr sz="1950" spc="-25" dirty="0">
                <a:latin typeface="Trebuchet MS"/>
                <a:cs typeface="Trebuchet MS"/>
              </a:rPr>
              <a:t> </a:t>
            </a:r>
            <a:r>
              <a:rPr sz="1950" spc="140" dirty="0">
                <a:latin typeface="Trebuchet MS"/>
                <a:cs typeface="Trebuchet MS"/>
              </a:rPr>
              <a:t>a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different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spc="125" dirty="0">
                <a:latin typeface="Trebuchet MS"/>
                <a:cs typeface="Trebuchet MS"/>
              </a:rPr>
              <a:t>background</a:t>
            </a:r>
            <a:r>
              <a:rPr sz="1950" spc="-65" dirty="0">
                <a:latin typeface="Trebuchet MS"/>
                <a:cs typeface="Trebuchet MS"/>
              </a:rPr>
              <a:t> </a:t>
            </a:r>
            <a:r>
              <a:rPr sz="1950" spc="105" dirty="0">
                <a:latin typeface="Trebuchet MS"/>
                <a:cs typeface="Trebuchet MS"/>
              </a:rPr>
              <a:t>color</a:t>
            </a:r>
            <a:r>
              <a:rPr sz="1950" spc="-3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to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spc="130" dirty="0">
                <a:latin typeface="Trebuchet MS"/>
                <a:cs typeface="Trebuchet MS"/>
              </a:rPr>
              <a:t>each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spc="75" dirty="0">
                <a:latin typeface="Trebuchet MS"/>
                <a:cs typeface="Trebuchet MS"/>
              </a:rPr>
              <a:t>div</a:t>
            </a:r>
            <a:r>
              <a:rPr sz="1950" spc="-4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with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spc="130" dirty="0">
                <a:latin typeface="Trebuchet MS"/>
                <a:cs typeface="Trebuchet MS"/>
              </a:rPr>
              <a:t>an</a:t>
            </a:r>
            <a:r>
              <a:rPr sz="1950" spc="-20" dirty="0">
                <a:latin typeface="Trebuchet MS"/>
                <a:cs typeface="Trebuchet MS"/>
              </a:rPr>
              <a:t> </a:t>
            </a:r>
            <a:r>
              <a:rPr sz="1950" spc="75" dirty="0">
                <a:latin typeface="Trebuchet MS"/>
                <a:cs typeface="Trebuchet MS"/>
              </a:rPr>
              <a:t>opacity </a:t>
            </a:r>
            <a:r>
              <a:rPr sz="1950" dirty="0">
                <a:latin typeface="Trebuchet MS"/>
                <a:cs typeface="Trebuchet MS"/>
              </a:rPr>
              <a:t>of</a:t>
            </a:r>
            <a:r>
              <a:rPr sz="1950" spc="185" dirty="0">
                <a:latin typeface="Trebuchet MS"/>
                <a:cs typeface="Trebuchet MS"/>
              </a:rPr>
              <a:t> </a:t>
            </a:r>
            <a:r>
              <a:rPr sz="1950" spc="35" dirty="0">
                <a:latin typeface="Trebuchet MS"/>
                <a:cs typeface="Trebuchet MS"/>
              </a:rPr>
              <a:t>0.5</a:t>
            </a:r>
            <a:endParaRPr sz="1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045"/>
              </a:spcBef>
            </a:pPr>
            <a:r>
              <a:rPr sz="1950" spc="95" dirty="0">
                <a:latin typeface="Trebuchet MS"/>
                <a:cs typeface="Trebuchet MS"/>
              </a:rPr>
              <a:t>Q4: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spc="100" dirty="0">
                <a:latin typeface="Trebuchet MS"/>
                <a:cs typeface="Trebuchet MS"/>
              </a:rPr>
              <a:t>Give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the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75" dirty="0">
                <a:latin typeface="Trebuchet MS"/>
                <a:cs typeface="Trebuchet MS"/>
              </a:rPr>
              <a:t>content</a:t>
            </a:r>
            <a:r>
              <a:rPr sz="1950" spc="-65" dirty="0">
                <a:latin typeface="Trebuchet MS"/>
                <a:cs typeface="Trebuchet MS"/>
              </a:rPr>
              <a:t> </a:t>
            </a:r>
            <a:r>
              <a:rPr sz="1950" spc="105" dirty="0">
                <a:latin typeface="Trebuchet MS"/>
                <a:cs typeface="Trebuchet MS"/>
              </a:rPr>
              <a:t>area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spc="130" dirty="0">
                <a:latin typeface="Trebuchet MS"/>
                <a:cs typeface="Trebuchet MS"/>
              </a:rPr>
              <a:t>an</a:t>
            </a:r>
            <a:r>
              <a:rPr sz="1950" spc="-65" dirty="0">
                <a:latin typeface="Trebuchet MS"/>
                <a:cs typeface="Trebuchet MS"/>
              </a:rPr>
              <a:t> </a:t>
            </a:r>
            <a:r>
              <a:rPr sz="1950" spc="75" dirty="0">
                <a:latin typeface="Trebuchet MS"/>
                <a:cs typeface="Trebuchet MS"/>
              </a:rPr>
              <a:t>appropriate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45" dirty="0">
                <a:latin typeface="Trebuchet MS"/>
                <a:cs typeface="Trebuchet MS"/>
              </a:rPr>
              <a:t>height.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315" dirty="0"/>
              <a:t>Practice</a:t>
            </a:r>
            <a:r>
              <a:rPr spc="-80" dirty="0"/>
              <a:t> </a:t>
            </a:r>
            <a:r>
              <a:rPr spc="200" dirty="0"/>
              <a:t>Set</a:t>
            </a:r>
            <a:r>
              <a:rPr spc="-55" dirty="0"/>
              <a:t> </a:t>
            </a:r>
            <a:r>
              <a:rPr spc="85" dirty="0"/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057655"/>
            <a:ext cx="10058400" cy="5659120"/>
            <a:chOff x="0" y="1057655"/>
            <a:chExt cx="10058400" cy="56591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057655"/>
              <a:ext cx="10058400" cy="565861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76193" y="3106673"/>
              <a:ext cx="3139439" cy="91135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47866" y="3102101"/>
              <a:ext cx="623315" cy="84734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20189" y="4335017"/>
              <a:ext cx="7274052" cy="426720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52232" y="1057655"/>
            <a:ext cx="2106167" cy="69494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240" dirty="0"/>
              <a:t>Units</a:t>
            </a:r>
            <a:r>
              <a:rPr spc="-55" dirty="0"/>
              <a:t> </a:t>
            </a:r>
            <a:r>
              <a:rPr spc="185" dirty="0"/>
              <a:t>in</a:t>
            </a:r>
            <a:r>
              <a:rPr spc="-80" dirty="0"/>
              <a:t> </a:t>
            </a:r>
            <a:r>
              <a:rPr spc="180" dirty="0"/>
              <a:t>CSS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4152" y="2322041"/>
            <a:ext cx="1281430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i="1" spc="-620" dirty="0">
                <a:latin typeface="Trebuchet MS"/>
                <a:cs typeface="Trebuchet MS"/>
              </a:rPr>
              <a:t>R</a:t>
            </a:r>
            <a:r>
              <a:rPr sz="2450" i="1" spc="-919" dirty="0">
                <a:latin typeface="Trebuchet MS"/>
                <a:cs typeface="Trebuchet MS"/>
              </a:rPr>
              <a:t>e</a:t>
            </a:r>
            <a:r>
              <a:rPr sz="2450" i="1" spc="-1310" dirty="0">
                <a:latin typeface="Trebuchet MS"/>
                <a:cs typeface="Trebuchet MS"/>
              </a:rPr>
              <a:t>l</a:t>
            </a:r>
            <a:r>
              <a:rPr sz="2450" i="1" spc="-790" dirty="0">
                <a:latin typeface="Trebuchet MS"/>
                <a:cs typeface="Trebuchet MS"/>
              </a:rPr>
              <a:t>a</a:t>
            </a:r>
            <a:r>
              <a:rPr sz="2450" i="1" spc="-1450" dirty="0">
                <a:latin typeface="Trebuchet MS"/>
                <a:cs typeface="Trebuchet MS"/>
              </a:rPr>
              <a:t>t</a:t>
            </a:r>
            <a:r>
              <a:rPr sz="2450" i="1" spc="-1235" dirty="0">
                <a:latin typeface="Trebuchet MS"/>
                <a:cs typeface="Trebuchet MS"/>
              </a:rPr>
              <a:t>i</a:t>
            </a:r>
            <a:r>
              <a:rPr sz="2450" i="1" spc="-680" dirty="0">
                <a:latin typeface="Trebuchet MS"/>
                <a:cs typeface="Trebuchet MS"/>
              </a:rPr>
              <a:t>v</a:t>
            </a:r>
            <a:r>
              <a:rPr sz="2450" i="1" spc="229" dirty="0">
                <a:latin typeface="Trebuchet MS"/>
                <a:cs typeface="Trebuchet MS"/>
              </a:rPr>
              <a:t>e</a:t>
            </a:r>
            <a:endParaRPr sz="24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5372" y="3632629"/>
            <a:ext cx="582930" cy="19970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spc="540" dirty="0">
                <a:solidFill>
                  <a:srgbClr val="00AFEF"/>
                </a:solidFill>
                <a:latin typeface="Trebuchet MS"/>
                <a:cs typeface="Trebuchet MS"/>
              </a:rPr>
              <a:t>%</a:t>
            </a:r>
            <a:endParaRPr sz="2300" dirty="0">
              <a:latin typeface="Trebuchet MS"/>
              <a:cs typeface="Trebuchet MS"/>
            </a:endParaRPr>
          </a:p>
          <a:p>
            <a:pPr marL="12700" marR="5080">
              <a:lnSpc>
                <a:spcPct val="230900"/>
              </a:lnSpc>
            </a:pPr>
            <a:r>
              <a:rPr sz="2300" spc="105" dirty="0">
                <a:solidFill>
                  <a:srgbClr val="00AFEF"/>
                </a:solidFill>
                <a:latin typeface="Trebuchet MS"/>
                <a:cs typeface="Trebuchet MS"/>
              </a:rPr>
              <a:t>em </a:t>
            </a:r>
            <a:r>
              <a:rPr sz="2300" spc="75" dirty="0">
                <a:solidFill>
                  <a:srgbClr val="00AFEF"/>
                </a:solidFill>
                <a:latin typeface="Trebuchet MS"/>
                <a:cs typeface="Trebuchet MS"/>
              </a:rPr>
              <a:t>rem</a:t>
            </a:r>
            <a:endParaRPr sz="230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5490" y="1559983"/>
            <a:ext cx="3899535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254" dirty="0"/>
              <a:t>Percentage</a:t>
            </a:r>
            <a:r>
              <a:rPr spc="-55" dirty="0"/>
              <a:t> </a:t>
            </a:r>
            <a:r>
              <a:rPr spc="-165" dirty="0"/>
              <a:t>(%)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5372" y="2549170"/>
            <a:ext cx="8063865" cy="69532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 marR="5080">
              <a:lnSpc>
                <a:spcPts val="2500"/>
              </a:lnSpc>
              <a:spcBef>
                <a:spcPts val="415"/>
              </a:spcBef>
            </a:pPr>
            <a:r>
              <a:rPr sz="2300" dirty="0">
                <a:latin typeface="Trebuchet MS"/>
                <a:cs typeface="Trebuchet MS"/>
              </a:rPr>
              <a:t>It</a:t>
            </a:r>
            <a:r>
              <a:rPr sz="2300" spc="-70" dirty="0">
                <a:latin typeface="Trebuchet MS"/>
                <a:cs typeface="Trebuchet MS"/>
              </a:rPr>
              <a:t> </a:t>
            </a:r>
            <a:r>
              <a:rPr sz="2300" spc="145" dirty="0">
                <a:latin typeface="Trebuchet MS"/>
                <a:cs typeface="Trebuchet MS"/>
              </a:rPr>
              <a:t>is</a:t>
            </a:r>
            <a:r>
              <a:rPr sz="2300" spc="-6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often</a:t>
            </a:r>
            <a:r>
              <a:rPr sz="2300" spc="-100" dirty="0">
                <a:latin typeface="Trebuchet MS"/>
                <a:cs typeface="Trebuchet MS"/>
              </a:rPr>
              <a:t> </a:t>
            </a:r>
            <a:r>
              <a:rPr sz="2300" spc="185" dirty="0">
                <a:latin typeface="Trebuchet MS"/>
                <a:cs typeface="Trebuchet MS"/>
              </a:rPr>
              <a:t>used</a:t>
            </a:r>
            <a:r>
              <a:rPr sz="2300" spc="-9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to</a:t>
            </a:r>
            <a:r>
              <a:rPr sz="2300" spc="-70" dirty="0">
                <a:latin typeface="Trebuchet MS"/>
                <a:cs typeface="Trebuchet MS"/>
              </a:rPr>
              <a:t> </a:t>
            </a:r>
            <a:r>
              <a:rPr sz="2300" spc="70" dirty="0">
                <a:latin typeface="Trebuchet MS"/>
                <a:cs typeface="Trebuchet MS"/>
              </a:rPr>
              <a:t>define</a:t>
            </a:r>
            <a:r>
              <a:rPr sz="2300" spc="-70" dirty="0">
                <a:latin typeface="Trebuchet MS"/>
                <a:cs typeface="Trebuchet MS"/>
              </a:rPr>
              <a:t> </a:t>
            </a:r>
            <a:r>
              <a:rPr sz="2300" spc="155" dirty="0">
                <a:latin typeface="Trebuchet MS"/>
                <a:cs typeface="Trebuchet MS"/>
              </a:rPr>
              <a:t>a</a:t>
            </a:r>
            <a:r>
              <a:rPr sz="2300" spc="-80" dirty="0">
                <a:latin typeface="Trebuchet MS"/>
                <a:cs typeface="Trebuchet MS"/>
              </a:rPr>
              <a:t> </a:t>
            </a:r>
            <a:r>
              <a:rPr sz="2300" spc="120" dirty="0">
                <a:solidFill>
                  <a:srgbClr val="00AFEF"/>
                </a:solidFill>
                <a:latin typeface="Trebuchet MS"/>
                <a:cs typeface="Trebuchet MS"/>
              </a:rPr>
              <a:t>size</a:t>
            </a:r>
            <a:r>
              <a:rPr sz="2300" spc="-70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2300" spc="245" dirty="0">
                <a:solidFill>
                  <a:srgbClr val="00AFEF"/>
                </a:solidFill>
                <a:latin typeface="Trebuchet MS"/>
                <a:cs typeface="Trebuchet MS"/>
              </a:rPr>
              <a:t>as</a:t>
            </a:r>
            <a:r>
              <a:rPr sz="2300" spc="-90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2300" dirty="0">
                <a:solidFill>
                  <a:srgbClr val="00AFEF"/>
                </a:solidFill>
                <a:latin typeface="Trebuchet MS"/>
                <a:cs typeface="Trebuchet MS"/>
              </a:rPr>
              <a:t>relative</a:t>
            </a:r>
            <a:r>
              <a:rPr sz="2300" spc="-100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2300" dirty="0">
                <a:solidFill>
                  <a:srgbClr val="00AFEF"/>
                </a:solidFill>
                <a:latin typeface="Trebuchet MS"/>
                <a:cs typeface="Trebuchet MS"/>
              </a:rPr>
              <a:t>to</a:t>
            </a:r>
            <a:r>
              <a:rPr sz="2300" spc="-65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2300" spc="135" dirty="0">
                <a:solidFill>
                  <a:srgbClr val="00AFEF"/>
                </a:solidFill>
                <a:latin typeface="Trebuchet MS"/>
                <a:cs typeface="Trebuchet MS"/>
              </a:rPr>
              <a:t>an</a:t>
            </a:r>
            <a:r>
              <a:rPr sz="2300" spc="-70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2300" spc="95" dirty="0">
                <a:solidFill>
                  <a:srgbClr val="00AFEF"/>
                </a:solidFill>
                <a:latin typeface="Trebuchet MS"/>
                <a:cs typeface="Trebuchet MS"/>
              </a:rPr>
              <a:t>element's </a:t>
            </a:r>
            <a:r>
              <a:rPr sz="2300" spc="70" dirty="0">
                <a:solidFill>
                  <a:srgbClr val="00AFEF"/>
                </a:solidFill>
                <a:latin typeface="Trebuchet MS"/>
                <a:cs typeface="Trebuchet MS"/>
              </a:rPr>
              <a:t>parent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3352" y="4063877"/>
            <a:ext cx="2071370" cy="6718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8700"/>
              </a:lnSpc>
              <a:spcBef>
                <a:spcPts val="95"/>
              </a:spcBef>
            </a:pPr>
            <a:r>
              <a:rPr sz="1950" spc="60" dirty="0">
                <a:latin typeface="Trebuchet MS"/>
                <a:cs typeface="Trebuchet MS"/>
              </a:rPr>
              <a:t>width</a:t>
            </a:r>
            <a:r>
              <a:rPr sz="1950" spc="-75" dirty="0">
                <a:latin typeface="Trebuchet MS"/>
                <a:cs typeface="Trebuchet MS"/>
              </a:rPr>
              <a:t> </a:t>
            </a:r>
            <a:r>
              <a:rPr sz="1950" spc="-105" dirty="0">
                <a:latin typeface="Trebuchet MS"/>
                <a:cs typeface="Trebuchet MS"/>
              </a:rPr>
              <a:t>: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260" dirty="0">
                <a:latin typeface="Trebuchet MS"/>
                <a:cs typeface="Trebuchet MS"/>
              </a:rPr>
              <a:t>33%</a:t>
            </a:r>
            <a:r>
              <a:rPr sz="1950" spc="-95" dirty="0">
                <a:latin typeface="Trebuchet MS"/>
                <a:cs typeface="Trebuchet MS"/>
              </a:rPr>
              <a:t> </a:t>
            </a:r>
            <a:r>
              <a:rPr sz="1950" spc="-50" dirty="0">
                <a:latin typeface="Trebuchet MS"/>
                <a:cs typeface="Trebuchet MS"/>
              </a:rPr>
              <a:t>; </a:t>
            </a:r>
            <a:r>
              <a:rPr sz="1950" spc="85" dirty="0">
                <a:latin typeface="Trebuchet MS"/>
                <a:cs typeface="Trebuchet MS"/>
              </a:rPr>
              <a:t>margin-</a:t>
            </a:r>
            <a:r>
              <a:rPr sz="1950" spc="-20" dirty="0">
                <a:latin typeface="Trebuchet MS"/>
                <a:cs typeface="Trebuchet MS"/>
              </a:rPr>
              <a:t>left</a:t>
            </a:r>
            <a:r>
              <a:rPr sz="1950" spc="-95" dirty="0">
                <a:latin typeface="Trebuchet MS"/>
                <a:cs typeface="Trebuchet MS"/>
              </a:rPr>
              <a:t> </a:t>
            </a:r>
            <a:r>
              <a:rPr sz="1950" spc="-105" dirty="0">
                <a:latin typeface="Trebuchet MS"/>
                <a:cs typeface="Trebuchet MS"/>
              </a:rPr>
              <a:t>: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235" dirty="0">
                <a:latin typeface="Trebuchet MS"/>
                <a:cs typeface="Trebuchet MS"/>
              </a:rPr>
              <a:t>50%</a:t>
            </a:r>
            <a:endParaRPr sz="195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57655"/>
            <a:ext cx="10058400" cy="565861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55490" y="1559983"/>
            <a:ext cx="819785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600" spc="190" dirty="0">
                <a:solidFill>
                  <a:srgbClr val="001F60"/>
                </a:solidFill>
                <a:latin typeface="Verdana"/>
                <a:cs typeface="Verdana"/>
              </a:rPr>
              <a:t>Em</a:t>
            </a:r>
            <a:endParaRPr sz="36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1895" y="2991611"/>
            <a:ext cx="8843771" cy="13776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95" dirty="0"/>
              <a:t>Rem</a:t>
            </a:r>
            <a:r>
              <a:rPr spc="-65" dirty="0"/>
              <a:t> </a:t>
            </a:r>
            <a:r>
              <a:rPr spc="120" dirty="0"/>
              <a:t>(Root</a:t>
            </a:r>
            <a:r>
              <a:rPr spc="-40" dirty="0"/>
              <a:t> </a:t>
            </a:r>
            <a:r>
              <a:rPr spc="40" dirty="0"/>
              <a:t>Em)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1312" y="2648711"/>
            <a:ext cx="9035795" cy="10027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95" dirty="0"/>
              <a:t>Others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5372" y="2956042"/>
            <a:ext cx="4739005" cy="136334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dirty="0">
                <a:latin typeface="Trebuchet MS"/>
                <a:cs typeface="Trebuchet MS"/>
              </a:rPr>
              <a:t>vh:</a:t>
            </a:r>
            <a:r>
              <a:rPr sz="2300" spc="-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relative</a:t>
            </a:r>
            <a:r>
              <a:rPr sz="2300" spc="-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to</a:t>
            </a:r>
            <a:r>
              <a:rPr sz="2300" spc="-20" dirty="0">
                <a:latin typeface="Trebuchet MS"/>
                <a:cs typeface="Trebuchet MS"/>
              </a:rPr>
              <a:t> </a:t>
            </a:r>
            <a:r>
              <a:rPr sz="2300" spc="370" dirty="0">
                <a:latin typeface="Trebuchet MS"/>
                <a:cs typeface="Trebuchet MS"/>
              </a:rPr>
              <a:t>1%</a:t>
            </a:r>
            <a:r>
              <a:rPr sz="2300" spc="-20" dirty="0">
                <a:latin typeface="Trebuchet MS"/>
                <a:cs typeface="Trebuchet MS"/>
              </a:rPr>
              <a:t> </a:t>
            </a:r>
            <a:r>
              <a:rPr sz="2300" spc="85" dirty="0">
                <a:latin typeface="Trebuchet MS"/>
                <a:cs typeface="Trebuchet MS"/>
              </a:rPr>
              <a:t>viewport</a:t>
            </a:r>
            <a:r>
              <a:rPr sz="2300" spc="-70" dirty="0">
                <a:latin typeface="Trebuchet MS"/>
                <a:cs typeface="Trebuchet MS"/>
              </a:rPr>
              <a:t> </a:t>
            </a:r>
            <a:r>
              <a:rPr sz="2300" spc="80" dirty="0">
                <a:latin typeface="Trebuchet MS"/>
                <a:cs typeface="Trebuchet MS"/>
              </a:rPr>
              <a:t>height</a:t>
            </a: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320"/>
              </a:spcBef>
            </a:pPr>
            <a:endParaRPr sz="2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300" spc="135" dirty="0">
                <a:latin typeface="Trebuchet MS"/>
                <a:cs typeface="Trebuchet MS"/>
              </a:rPr>
              <a:t>vw</a:t>
            </a:r>
            <a:r>
              <a:rPr sz="2300" spc="-65" dirty="0">
                <a:latin typeface="Trebuchet MS"/>
                <a:cs typeface="Trebuchet MS"/>
              </a:rPr>
              <a:t> </a:t>
            </a:r>
            <a:r>
              <a:rPr sz="2300" spc="-135" dirty="0">
                <a:latin typeface="Trebuchet MS"/>
                <a:cs typeface="Trebuchet MS"/>
              </a:rPr>
              <a:t>:</a:t>
            </a:r>
            <a:r>
              <a:rPr sz="2300" spc="-6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relative</a:t>
            </a:r>
            <a:r>
              <a:rPr sz="2300" spc="-6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to</a:t>
            </a:r>
            <a:r>
              <a:rPr sz="2300" spc="-60" dirty="0">
                <a:latin typeface="Trebuchet MS"/>
                <a:cs typeface="Trebuchet MS"/>
              </a:rPr>
              <a:t> </a:t>
            </a:r>
            <a:r>
              <a:rPr sz="2300" spc="370" dirty="0">
                <a:latin typeface="Trebuchet MS"/>
                <a:cs typeface="Trebuchet MS"/>
              </a:rPr>
              <a:t>1%</a:t>
            </a:r>
            <a:r>
              <a:rPr sz="2300" spc="-60" dirty="0">
                <a:latin typeface="Trebuchet MS"/>
                <a:cs typeface="Trebuchet MS"/>
              </a:rPr>
              <a:t> </a:t>
            </a:r>
            <a:r>
              <a:rPr sz="2300" spc="85" dirty="0">
                <a:latin typeface="Trebuchet MS"/>
                <a:cs typeface="Trebuchet MS"/>
              </a:rPr>
              <a:t>viewport</a:t>
            </a:r>
            <a:r>
              <a:rPr sz="2300" spc="-114" dirty="0">
                <a:latin typeface="Trebuchet MS"/>
                <a:cs typeface="Trebuchet MS"/>
              </a:rPr>
              <a:t> </a:t>
            </a:r>
            <a:r>
              <a:rPr sz="2300" spc="45" dirty="0">
                <a:latin typeface="Trebuchet MS"/>
                <a:cs typeface="Trebuchet MS"/>
              </a:rPr>
              <a:t>width</a:t>
            </a:r>
            <a:endParaRPr sz="23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220" dirty="0"/>
              <a:t>Position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8036" y="2517947"/>
            <a:ext cx="8602980" cy="10801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0500"/>
              </a:lnSpc>
              <a:spcBef>
                <a:spcPts val="95"/>
              </a:spcBef>
            </a:pPr>
            <a:r>
              <a:rPr sz="2300" spc="110" dirty="0">
                <a:latin typeface="Trebuchet MS"/>
                <a:cs typeface="Trebuchet MS"/>
              </a:rPr>
              <a:t>The</a:t>
            </a:r>
            <a:r>
              <a:rPr sz="2300" spc="-140" dirty="0">
                <a:latin typeface="Trebuchet MS"/>
                <a:cs typeface="Trebuchet MS"/>
              </a:rPr>
              <a:t> </a:t>
            </a:r>
            <a:r>
              <a:rPr sz="2300" spc="95" dirty="0">
                <a:latin typeface="Trebuchet MS"/>
                <a:cs typeface="Trebuchet MS"/>
              </a:rPr>
              <a:t>position</a:t>
            </a:r>
            <a:r>
              <a:rPr sz="2300" spc="-160" dirty="0">
                <a:latin typeface="Trebuchet MS"/>
                <a:cs typeface="Trebuchet MS"/>
              </a:rPr>
              <a:t> </a:t>
            </a:r>
            <a:r>
              <a:rPr sz="2300" spc="400" dirty="0">
                <a:latin typeface="Trebuchet MS"/>
                <a:cs typeface="Trebuchet MS"/>
              </a:rPr>
              <a:t>CSS</a:t>
            </a:r>
            <a:r>
              <a:rPr sz="2300" spc="-120" dirty="0">
                <a:latin typeface="Trebuchet MS"/>
                <a:cs typeface="Trebuchet MS"/>
              </a:rPr>
              <a:t> </a:t>
            </a:r>
            <a:r>
              <a:rPr sz="2300" spc="90" dirty="0">
                <a:latin typeface="Trebuchet MS"/>
                <a:cs typeface="Trebuchet MS"/>
              </a:rPr>
              <a:t>property</a:t>
            </a:r>
            <a:r>
              <a:rPr sz="2300" spc="-135" dirty="0">
                <a:latin typeface="Trebuchet MS"/>
                <a:cs typeface="Trebuchet MS"/>
              </a:rPr>
              <a:t> </a:t>
            </a:r>
            <a:r>
              <a:rPr sz="2300" spc="165" dirty="0">
                <a:latin typeface="Trebuchet MS"/>
                <a:cs typeface="Trebuchet MS"/>
              </a:rPr>
              <a:t>sets</a:t>
            </a:r>
            <a:r>
              <a:rPr sz="2300" spc="-145" dirty="0">
                <a:latin typeface="Trebuchet MS"/>
                <a:cs typeface="Trebuchet MS"/>
              </a:rPr>
              <a:t> </a:t>
            </a:r>
            <a:r>
              <a:rPr sz="2300" spc="145" dirty="0">
                <a:solidFill>
                  <a:srgbClr val="00AFEF"/>
                </a:solidFill>
                <a:latin typeface="Trebuchet MS"/>
                <a:cs typeface="Trebuchet MS"/>
              </a:rPr>
              <a:t>how</a:t>
            </a:r>
            <a:r>
              <a:rPr sz="2300" spc="-130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2300" spc="145" dirty="0">
                <a:solidFill>
                  <a:srgbClr val="00AFEF"/>
                </a:solidFill>
                <a:latin typeface="Trebuchet MS"/>
                <a:cs typeface="Trebuchet MS"/>
              </a:rPr>
              <a:t>an</a:t>
            </a:r>
            <a:r>
              <a:rPr sz="2300" spc="-140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2300" spc="65" dirty="0">
                <a:solidFill>
                  <a:srgbClr val="00AFEF"/>
                </a:solidFill>
                <a:latin typeface="Trebuchet MS"/>
                <a:cs typeface="Trebuchet MS"/>
              </a:rPr>
              <a:t>element</a:t>
            </a:r>
            <a:r>
              <a:rPr sz="2300" spc="-160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2300" spc="145" dirty="0">
                <a:solidFill>
                  <a:srgbClr val="00AFEF"/>
                </a:solidFill>
                <a:latin typeface="Trebuchet MS"/>
                <a:cs typeface="Trebuchet MS"/>
              </a:rPr>
              <a:t>is</a:t>
            </a:r>
            <a:r>
              <a:rPr sz="2300" spc="-85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2300" spc="90" dirty="0">
                <a:solidFill>
                  <a:srgbClr val="00AFEF"/>
                </a:solidFill>
                <a:latin typeface="Trebuchet MS"/>
                <a:cs typeface="Trebuchet MS"/>
              </a:rPr>
              <a:t>positioned </a:t>
            </a:r>
            <a:r>
              <a:rPr sz="2300" dirty="0">
                <a:latin typeface="Trebuchet MS"/>
                <a:cs typeface="Trebuchet MS"/>
              </a:rPr>
              <a:t>in</a:t>
            </a:r>
            <a:r>
              <a:rPr sz="2300" spc="-80" dirty="0">
                <a:latin typeface="Trebuchet MS"/>
                <a:cs typeface="Trebuchet MS"/>
              </a:rPr>
              <a:t> </a:t>
            </a:r>
            <a:r>
              <a:rPr sz="2300" spc="155" dirty="0">
                <a:latin typeface="Trebuchet MS"/>
                <a:cs typeface="Trebuchet MS"/>
              </a:rPr>
              <a:t>a</a:t>
            </a:r>
            <a:r>
              <a:rPr sz="2300" spc="-75" dirty="0">
                <a:latin typeface="Trebuchet MS"/>
                <a:cs typeface="Trebuchet MS"/>
              </a:rPr>
              <a:t> </a:t>
            </a:r>
            <a:r>
              <a:rPr sz="2300" spc="75" dirty="0">
                <a:latin typeface="Trebuchet MS"/>
                <a:cs typeface="Trebuchet MS"/>
              </a:rPr>
              <a:t>document.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6816" y="4469428"/>
            <a:ext cx="5955665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i="1" spc="-819" dirty="0">
                <a:latin typeface="Trebuchet MS"/>
                <a:cs typeface="Trebuchet MS"/>
              </a:rPr>
              <a:t>p</a:t>
            </a:r>
            <a:r>
              <a:rPr sz="2450" i="1" spc="-840" dirty="0">
                <a:latin typeface="Trebuchet MS"/>
                <a:cs typeface="Trebuchet MS"/>
              </a:rPr>
              <a:t>o</a:t>
            </a:r>
            <a:r>
              <a:rPr sz="2450" i="1" spc="-900" dirty="0">
                <a:latin typeface="Trebuchet MS"/>
                <a:cs typeface="Trebuchet MS"/>
              </a:rPr>
              <a:t>s</a:t>
            </a:r>
            <a:r>
              <a:rPr sz="2450" i="1" spc="-1555" dirty="0">
                <a:latin typeface="Trebuchet MS"/>
                <a:cs typeface="Trebuchet MS"/>
              </a:rPr>
              <a:t>i</a:t>
            </a:r>
            <a:r>
              <a:rPr sz="2450" i="1" spc="-1639" dirty="0">
                <a:latin typeface="Trebuchet MS"/>
                <a:cs typeface="Trebuchet MS"/>
              </a:rPr>
              <a:t>t</a:t>
            </a:r>
            <a:r>
              <a:rPr sz="2450" i="1" spc="-1425" dirty="0">
                <a:latin typeface="Trebuchet MS"/>
                <a:cs typeface="Trebuchet MS"/>
              </a:rPr>
              <a:t>i</a:t>
            </a:r>
            <a:r>
              <a:rPr sz="2450" i="1" spc="-840" dirty="0">
                <a:latin typeface="Trebuchet MS"/>
                <a:cs typeface="Trebuchet MS"/>
              </a:rPr>
              <a:t>o</a:t>
            </a:r>
            <a:r>
              <a:rPr sz="2450" i="1" spc="-325" dirty="0">
                <a:latin typeface="Trebuchet MS"/>
                <a:cs typeface="Trebuchet MS"/>
              </a:rPr>
              <a:t>n</a:t>
            </a:r>
            <a:r>
              <a:rPr sz="2450" i="1" spc="-395" dirty="0">
                <a:latin typeface="Trebuchet MS"/>
                <a:cs typeface="Trebuchet MS"/>
              </a:rPr>
              <a:t>:</a:t>
            </a:r>
            <a:r>
              <a:rPr sz="2450" i="1" spc="-775" dirty="0">
                <a:latin typeface="Trebuchet MS"/>
                <a:cs typeface="Trebuchet MS"/>
              </a:rPr>
              <a:t>s</a:t>
            </a:r>
            <a:r>
              <a:rPr sz="2450" i="1" spc="-1275" dirty="0">
                <a:latin typeface="Trebuchet MS"/>
                <a:cs typeface="Trebuchet MS"/>
              </a:rPr>
              <a:t>t</a:t>
            </a:r>
            <a:r>
              <a:rPr sz="2450" i="1" spc="-960" dirty="0">
                <a:latin typeface="Trebuchet MS"/>
                <a:cs typeface="Trebuchet MS"/>
              </a:rPr>
              <a:t>a</a:t>
            </a:r>
            <a:r>
              <a:rPr sz="2450" i="1" spc="-1585" dirty="0">
                <a:latin typeface="Trebuchet MS"/>
                <a:cs typeface="Trebuchet MS"/>
              </a:rPr>
              <a:t>t</a:t>
            </a:r>
            <a:r>
              <a:rPr sz="2450" i="1" spc="-1425" dirty="0">
                <a:latin typeface="Trebuchet MS"/>
                <a:cs typeface="Trebuchet MS"/>
              </a:rPr>
              <a:t>i</a:t>
            </a:r>
            <a:r>
              <a:rPr sz="2450" i="1" spc="-250" dirty="0">
                <a:latin typeface="Trebuchet MS"/>
                <a:cs typeface="Trebuchet MS"/>
              </a:rPr>
              <a:t>c</a:t>
            </a:r>
            <a:r>
              <a:rPr sz="2450" i="1" spc="-690" dirty="0">
                <a:latin typeface="Trebuchet MS"/>
                <a:cs typeface="Trebuchet MS"/>
              </a:rPr>
              <a:t>/</a:t>
            </a:r>
            <a:r>
              <a:rPr sz="2450" i="1" spc="-940" dirty="0">
                <a:latin typeface="Trebuchet MS"/>
                <a:cs typeface="Trebuchet MS"/>
              </a:rPr>
              <a:t>r</a:t>
            </a:r>
            <a:r>
              <a:rPr sz="2450" i="1" spc="-1135" dirty="0">
                <a:latin typeface="Trebuchet MS"/>
                <a:cs typeface="Trebuchet MS"/>
              </a:rPr>
              <a:t>e</a:t>
            </a:r>
            <a:r>
              <a:rPr sz="2450" i="1" spc="-1500" dirty="0">
                <a:latin typeface="Trebuchet MS"/>
                <a:cs typeface="Trebuchet MS"/>
              </a:rPr>
              <a:t>l</a:t>
            </a:r>
            <a:r>
              <a:rPr sz="2450" i="1" spc="-960" dirty="0">
                <a:latin typeface="Trebuchet MS"/>
                <a:cs typeface="Trebuchet MS"/>
              </a:rPr>
              <a:t>a</a:t>
            </a:r>
            <a:r>
              <a:rPr sz="2450" i="1" spc="-1585" dirty="0">
                <a:latin typeface="Trebuchet MS"/>
                <a:cs typeface="Trebuchet MS"/>
              </a:rPr>
              <a:t>t</a:t>
            </a:r>
            <a:r>
              <a:rPr sz="2450" i="1" spc="-1425" dirty="0">
                <a:latin typeface="Trebuchet MS"/>
                <a:cs typeface="Trebuchet MS"/>
              </a:rPr>
              <a:t>i</a:t>
            </a:r>
            <a:r>
              <a:rPr sz="2450" i="1" spc="-894" dirty="0">
                <a:latin typeface="Trebuchet MS"/>
                <a:cs typeface="Trebuchet MS"/>
              </a:rPr>
              <a:t>v</a:t>
            </a:r>
            <a:r>
              <a:rPr sz="2450" i="1" spc="-300" dirty="0">
                <a:latin typeface="Trebuchet MS"/>
                <a:cs typeface="Trebuchet MS"/>
              </a:rPr>
              <a:t>e</a:t>
            </a:r>
            <a:r>
              <a:rPr sz="2450" i="1" spc="-640" dirty="0">
                <a:latin typeface="Trebuchet MS"/>
                <a:cs typeface="Trebuchet MS"/>
              </a:rPr>
              <a:t>/</a:t>
            </a:r>
            <a:r>
              <a:rPr sz="2450" i="1" spc="-860" dirty="0">
                <a:latin typeface="Trebuchet MS"/>
                <a:cs typeface="Trebuchet MS"/>
              </a:rPr>
              <a:t>a</a:t>
            </a:r>
            <a:r>
              <a:rPr sz="2450" i="1" spc="-840" dirty="0">
                <a:latin typeface="Trebuchet MS"/>
                <a:cs typeface="Trebuchet MS"/>
              </a:rPr>
              <a:t>b</a:t>
            </a:r>
            <a:r>
              <a:rPr sz="2450" i="1" spc="-670" dirty="0">
                <a:latin typeface="Trebuchet MS"/>
                <a:cs typeface="Trebuchet MS"/>
              </a:rPr>
              <a:t>s</a:t>
            </a:r>
            <a:r>
              <a:rPr sz="2450" i="1" spc="-1115" dirty="0">
                <a:latin typeface="Trebuchet MS"/>
                <a:cs typeface="Trebuchet MS"/>
              </a:rPr>
              <a:t>o</a:t>
            </a:r>
            <a:r>
              <a:rPr sz="2450" i="1" spc="-1500" dirty="0">
                <a:latin typeface="Trebuchet MS"/>
                <a:cs typeface="Trebuchet MS"/>
              </a:rPr>
              <a:t>l</a:t>
            </a:r>
            <a:r>
              <a:rPr sz="2450" i="1" spc="-955" dirty="0">
                <a:latin typeface="Trebuchet MS"/>
                <a:cs typeface="Trebuchet MS"/>
              </a:rPr>
              <a:t>u</a:t>
            </a:r>
            <a:r>
              <a:rPr sz="2450" i="1" spc="-1275" dirty="0">
                <a:latin typeface="Trebuchet MS"/>
                <a:cs typeface="Trebuchet MS"/>
              </a:rPr>
              <a:t>t</a:t>
            </a:r>
            <a:r>
              <a:rPr sz="2450" i="1" spc="-325" dirty="0">
                <a:latin typeface="Trebuchet MS"/>
                <a:cs typeface="Trebuchet MS"/>
              </a:rPr>
              <a:t>e</a:t>
            </a:r>
            <a:r>
              <a:rPr sz="2450" i="1" spc="-900" dirty="0">
                <a:latin typeface="Trebuchet MS"/>
                <a:cs typeface="Trebuchet MS"/>
              </a:rPr>
              <a:t>/</a:t>
            </a:r>
            <a:r>
              <a:rPr sz="2450" i="1" spc="-1595" dirty="0">
                <a:latin typeface="Trebuchet MS"/>
                <a:cs typeface="Trebuchet MS"/>
              </a:rPr>
              <a:t>f</a:t>
            </a:r>
            <a:r>
              <a:rPr sz="2450" i="1" spc="-1425" dirty="0">
                <a:latin typeface="Trebuchet MS"/>
                <a:cs typeface="Trebuchet MS"/>
              </a:rPr>
              <a:t>i</a:t>
            </a:r>
            <a:r>
              <a:rPr sz="2450" i="1" spc="-950" dirty="0">
                <a:latin typeface="Trebuchet MS"/>
                <a:cs typeface="Trebuchet MS"/>
              </a:rPr>
              <a:t>x</a:t>
            </a:r>
            <a:r>
              <a:rPr sz="2450" i="1" spc="-835" dirty="0">
                <a:latin typeface="Trebuchet MS"/>
                <a:cs typeface="Trebuchet MS"/>
              </a:rPr>
              <a:t>e</a:t>
            </a:r>
            <a:r>
              <a:rPr sz="2450" i="1" spc="40" dirty="0">
                <a:latin typeface="Trebuchet MS"/>
                <a:cs typeface="Trebuchet MS"/>
              </a:rPr>
              <a:t>d</a:t>
            </a:r>
            <a:endParaRPr sz="245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1022" y="2741206"/>
            <a:ext cx="8335009" cy="24822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135"/>
              </a:spcBef>
              <a:buFont typeface="Arial"/>
              <a:buChar char="•"/>
              <a:tabLst>
                <a:tab pos="200660" algn="l"/>
              </a:tabLst>
            </a:pPr>
            <a:r>
              <a:rPr sz="1450" spc="55" dirty="0">
                <a:solidFill>
                  <a:srgbClr val="00AFEF"/>
                </a:solidFill>
                <a:latin typeface="Trebuchet MS"/>
                <a:cs typeface="Trebuchet MS"/>
              </a:rPr>
              <a:t>static</a:t>
            </a:r>
            <a:r>
              <a:rPr sz="1450" spc="-15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1450" spc="-50" dirty="0">
                <a:latin typeface="Trebuchet MS"/>
                <a:cs typeface="Trebuchet MS"/>
              </a:rPr>
              <a:t>-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default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spc="75" dirty="0">
                <a:latin typeface="Trebuchet MS"/>
                <a:cs typeface="Trebuchet MS"/>
              </a:rPr>
              <a:t>position</a:t>
            </a:r>
            <a:r>
              <a:rPr sz="1450" spc="-45" dirty="0">
                <a:latin typeface="Trebuchet MS"/>
                <a:cs typeface="Trebuchet MS"/>
              </a:rPr>
              <a:t> </a:t>
            </a:r>
            <a:r>
              <a:rPr sz="1450" spc="60" dirty="0">
                <a:latin typeface="Trebuchet MS"/>
                <a:cs typeface="Trebuchet MS"/>
              </a:rPr>
              <a:t>(The</a:t>
            </a:r>
            <a:r>
              <a:rPr sz="1450" spc="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top,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right, bottom,</a:t>
            </a:r>
            <a:r>
              <a:rPr sz="1450" spc="-40" dirty="0">
                <a:latin typeface="Trebuchet MS"/>
                <a:cs typeface="Trebuchet MS"/>
              </a:rPr>
              <a:t> </a:t>
            </a:r>
            <a:r>
              <a:rPr sz="1450" spc="-20" dirty="0">
                <a:latin typeface="Trebuchet MS"/>
                <a:cs typeface="Trebuchet MS"/>
              </a:rPr>
              <a:t>left,</a:t>
            </a:r>
            <a:r>
              <a:rPr sz="1450" dirty="0">
                <a:latin typeface="Trebuchet MS"/>
                <a:cs typeface="Trebuchet MS"/>
              </a:rPr>
              <a:t> </a:t>
            </a:r>
            <a:r>
              <a:rPr sz="1450" spc="110" dirty="0">
                <a:latin typeface="Trebuchet MS"/>
                <a:cs typeface="Trebuchet MS"/>
              </a:rPr>
              <a:t>and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z-</a:t>
            </a:r>
            <a:r>
              <a:rPr sz="1450" spc="65" dirty="0">
                <a:latin typeface="Trebuchet MS"/>
                <a:cs typeface="Trebuchet MS"/>
              </a:rPr>
              <a:t>index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spc="80" dirty="0">
                <a:latin typeface="Trebuchet MS"/>
                <a:cs typeface="Trebuchet MS"/>
              </a:rPr>
              <a:t>properties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spc="85" dirty="0">
                <a:latin typeface="Trebuchet MS"/>
                <a:cs typeface="Trebuchet MS"/>
              </a:rPr>
              <a:t>have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spc="105" dirty="0">
                <a:latin typeface="Trebuchet MS"/>
                <a:cs typeface="Trebuchet MS"/>
              </a:rPr>
              <a:t>no</a:t>
            </a:r>
            <a:r>
              <a:rPr sz="1450" spc="10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effect)</a:t>
            </a:r>
            <a:endParaRPr sz="14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69"/>
              </a:spcBef>
              <a:buClr>
                <a:srgbClr val="00AFEF"/>
              </a:buClr>
              <a:buFont typeface="Arial"/>
              <a:buChar char="•"/>
            </a:pPr>
            <a:endParaRPr sz="1450" dirty="0">
              <a:latin typeface="Trebuchet MS"/>
              <a:cs typeface="Trebuchet MS"/>
            </a:endParaRPr>
          </a:p>
          <a:p>
            <a:pPr marL="200660" indent="-187960">
              <a:lnSpc>
                <a:spcPct val="100000"/>
              </a:lnSpc>
              <a:buFont typeface="Arial"/>
              <a:buChar char="•"/>
              <a:tabLst>
                <a:tab pos="200660" algn="l"/>
              </a:tabLst>
            </a:pPr>
            <a:r>
              <a:rPr sz="1450" dirty="0">
                <a:solidFill>
                  <a:srgbClr val="00AFEF"/>
                </a:solidFill>
                <a:latin typeface="Trebuchet MS"/>
                <a:cs typeface="Trebuchet MS"/>
              </a:rPr>
              <a:t>relative</a:t>
            </a:r>
            <a:r>
              <a:rPr sz="1450" spc="10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1450" spc="-50" dirty="0">
                <a:latin typeface="Trebuchet MS"/>
                <a:cs typeface="Trebuchet MS"/>
              </a:rPr>
              <a:t>-</a:t>
            </a:r>
            <a:r>
              <a:rPr sz="1450" spc="25" dirty="0">
                <a:latin typeface="Trebuchet MS"/>
                <a:cs typeface="Trebuchet MS"/>
              </a:rPr>
              <a:t> </a:t>
            </a:r>
            <a:r>
              <a:rPr sz="1450" spc="60" dirty="0">
                <a:latin typeface="Trebuchet MS"/>
                <a:cs typeface="Trebuchet MS"/>
              </a:rPr>
              <a:t>element</a:t>
            </a:r>
            <a:r>
              <a:rPr sz="1450" dirty="0">
                <a:latin typeface="Trebuchet MS"/>
                <a:cs typeface="Trebuchet MS"/>
              </a:rPr>
              <a:t> </a:t>
            </a:r>
            <a:r>
              <a:rPr sz="1450" spc="100" dirty="0">
                <a:latin typeface="Trebuchet MS"/>
                <a:cs typeface="Trebuchet MS"/>
              </a:rPr>
              <a:t>is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relative</a:t>
            </a:r>
            <a:r>
              <a:rPr sz="1450" spc="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to</a:t>
            </a:r>
            <a:r>
              <a:rPr sz="1450" spc="4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itself.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spc="60" dirty="0">
                <a:latin typeface="Trebuchet MS"/>
                <a:cs typeface="Trebuchet MS"/>
              </a:rPr>
              <a:t>(The</a:t>
            </a:r>
            <a:r>
              <a:rPr sz="1450" spc="3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top,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right,</a:t>
            </a:r>
            <a:r>
              <a:rPr sz="1450" spc="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bottom,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spc="-25" dirty="0">
                <a:latin typeface="Trebuchet MS"/>
                <a:cs typeface="Trebuchet MS"/>
              </a:rPr>
              <a:t>left,</a:t>
            </a:r>
            <a:r>
              <a:rPr sz="1450" spc="20" dirty="0">
                <a:latin typeface="Trebuchet MS"/>
                <a:cs typeface="Trebuchet MS"/>
              </a:rPr>
              <a:t> </a:t>
            </a:r>
            <a:r>
              <a:rPr sz="1450" spc="110" dirty="0">
                <a:latin typeface="Trebuchet MS"/>
                <a:cs typeface="Trebuchet MS"/>
              </a:rPr>
              <a:t>and</a:t>
            </a:r>
            <a:r>
              <a:rPr sz="1450" spc="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z-</a:t>
            </a:r>
            <a:r>
              <a:rPr sz="1450" spc="65" dirty="0">
                <a:latin typeface="Trebuchet MS"/>
                <a:cs typeface="Trebuchet MS"/>
              </a:rPr>
              <a:t>index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will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spc="60" dirty="0">
                <a:latin typeface="Trebuchet MS"/>
                <a:cs typeface="Trebuchet MS"/>
              </a:rPr>
              <a:t>work)</a:t>
            </a:r>
            <a:endParaRPr sz="14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55"/>
              </a:spcBef>
              <a:buClr>
                <a:srgbClr val="00AFEF"/>
              </a:buClr>
              <a:buFont typeface="Arial"/>
              <a:buChar char="•"/>
            </a:pPr>
            <a:endParaRPr sz="1450" dirty="0">
              <a:latin typeface="Trebuchet MS"/>
              <a:cs typeface="Trebuchet MS"/>
            </a:endParaRPr>
          </a:p>
          <a:p>
            <a:pPr marL="200660" indent="-187960">
              <a:lnSpc>
                <a:spcPct val="100000"/>
              </a:lnSpc>
              <a:buFont typeface="Arial"/>
              <a:buChar char="•"/>
              <a:tabLst>
                <a:tab pos="200660" algn="l"/>
              </a:tabLst>
            </a:pPr>
            <a:r>
              <a:rPr sz="1450" spc="80" dirty="0">
                <a:solidFill>
                  <a:srgbClr val="00AFEF"/>
                </a:solidFill>
                <a:latin typeface="Trebuchet MS"/>
                <a:cs typeface="Trebuchet MS"/>
              </a:rPr>
              <a:t>absolute</a:t>
            </a:r>
            <a:r>
              <a:rPr sz="1450" spc="-15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-</a:t>
            </a:r>
            <a:r>
              <a:rPr sz="1450" spc="25" dirty="0">
                <a:latin typeface="Trebuchet MS"/>
                <a:cs typeface="Trebuchet MS"/>
              </a:rPr>
              <a:t> </a:t>
            </a:r>
            <a:r>
              <a:rPr sz="1450" spc="75" dirty="0">
                <a:latin typeface="Trebuchet MS"/>
                <a:cs typeface="Trebuchet MS"/>
              </a:rPr>
              <a:t>positioned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relative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to</a:t>
            </a:r>
            <a:r>
              <a:rPr sz="1450" spc="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its</a:t>
            </a:r>
            <a:r>
              <a:rPr sz="1450" spc="15" dirty="0">
                <a:latin typeface="Trebuchet MS"/>
                <a:cs typeface="Trebuchet MS"/>
              </a:rPr>
              <a:t> </a:t>
            </a:r>
            <a:r>
              <a:rPr sz="1450" spc="95" dirty="0">
                <a:latin typeface="Trebuchet MS"/>
                <a:cs typeface="Trebuchet MS"/>
              </a:rPr>
              <a:t>closest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spc="80" dirty="0">
                <a:latin typeface="Trebuchet MS"/>
                <a:cs typeface="Trebuchet MS"/>
              </a:rPr>
              <a:t>positioned</a:t>
            </a:r>
            <a:r>
              <a:rPr sz="1450" spc="-35" dirty="0">
                <a:latin typeface="Trebuchet MS"/>
                <a:cs typeface="Trebuchet MS"/>
              </a:rPr>
              <a:t> </a:t>
            </a:r>
            <a:r>
              <a:rPr sz="1450" spc="60" dirty="0">
                <a:latin typeface="Trebuchet MS"/>
                <a:cs typeface="Trebuchet MS"/>
              </a:rPr>
              <a:t>ancestor.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spc="70" dirty="0">
                <a:latin typeface="Trebuchet MS"/>
                <a:cs typeface="Trebuchet MS"/>
              </a:rPr>
              <a:t>(removed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from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20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flow)</a:t>
            </a:r>
            <a:endParaRPr sz="14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69"/>
              </a:spcBef>
              <a:buClr>
                <a:srgbClr val="00AFEF"/>
              </a:buClr>
              <a:buFont typeface="Arial"/>
              <a:buChar char="•"/>
            </a:pPr>
            <a:endParaRPr sz="1450" dirty="0">
              <a:latin typeface="Trebuchet MS"/>
              <a:cs typeface="Trebuchet MS"/>
            </a:endParaRPr>
          </a:p>
          <a:p>
            <a:pPr marL="200660" indent="-187960">
              <a:lnSpc>
                <a:spcPct val="100000"/>
              </a:lnSpc>
              <a:buFont typeface="Arial"/>
              <a:buChar char="•"/>
              <a:tabLst>
                <a:tab pos="200660" algn="l"/>
              </a:tabLst>
            </a:pPr>
            <a:r>
              <a:rPr sz="1450" dirty="0">
                <a:solidFill>
                  <a:srgbClr val="00AFEF"/>
                </a:solidFill>
                <a:latin typeface="Trebuchet MS"/>
                <a:cs typeface="Trebuchet MS"/>
              </a:rPr>
              <a:t>fixed</a:t>
            </a:r>
            <a:r>
              <a:rPr sz="1450" spc="10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1450" spc="-50" dirty="0">
                <a:latin typeface="Trebuchet MS"/>
                <a:cs typeface="Trebuchet MS"/>
              </a:rPr>
              <a:t>-</a:t>
            </a:r>
            <a:r>
              <a:rPr sz="1450" spc="35" dirty="0">
                <a:latin typeface="Trebuchet MS"/>
                <a:cs typeface="Trebuchet MS"/>
              </a:rPr>
              <a:t> </a:t>
            </a:r>
            <a:r>
              <a:rPr sz="1450" spc="75" dirty="0">
                <a:latin typeface="Trebuchet MS"/>
                <a:cs typeface="Trebuchet MS"/>
              </a:rPr>
              <a:t>positioned</a:t>
            </a:r>
            <a:r>
              <a:rPr sz="1450" spc="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relative</a:t>
            </a:r>
            <a:r>
              <a:rPr sz="1450" spc="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to</a:t>
            </a:r>
            <a:r>
              <a:rPr sz="1450" spc="50" dirty="0">
                <a:latin typeface="Trebuchet MS"/>
                <a:cs typeface="Trebuchet MS"/>
              </a:rPr>
              <a:t> </a:t>
            </a:r>
            <a:r>
              <a:rPr sz="1450" spc="60" dirty="0">
                <a:latin typeface="Trebuchet MS"/>
                <a:cs typeface="Trebuchet MS"/>
              </a:rPr>
              <a:t>browser.</a:t>
            </a:r>
            <a:r>
              <a:rPr sz="1450" spc="15" dirty="0">
                <a:latin typeface="Trebuchet MS"/>
                <a:cs typeface="Trebuchet MS"/>
              </a:rPr>
              <a:t> </a:t>
            </a:r>
            <a:r>
              <a:rPr sz="1450" spc="70" dirty="0">
                <a:latin typeface="Trebuchet MS"/>
                <a:cs typeface="Trebuchet MS"/>
              </a:rPr>
              <a:t>(removed</a:t>
            </a:r>
            <a:r>
              <a:rPr sz="1450" spc="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from</a:t>
            </a:r>
            <a:r>
              <a:rPr sz="1450" spc="30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flow)</a:t>
            </a:r>
            <a:endParaRPr sz="14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65"/>
              </a:spcBef>
              <a:buClr>
                <a:srgbClr val="00AFEF"/>
              </a:buClr>
              <a:buFont typeface="Arial"/>
              <a:buChar char="•"/>
            </a:pPr>
            <a:endParaRPr sz="1450" dirty="0">
              <a:latin typeface="Trebuchet MS"/>
              <a:cs typeface="Trebuchet MS"/>
            </a:endParaRPr>
          </a:p>
          <a:p>
            <a:pPr marL="200660" indent="-18796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00660" algn="l"/>
              </a:tabLst>
            </a:pPr>
            <a:r>
              <a:rPr sz="1450" spc="65" dirty="0">
                <a:solidFill>
                  <a:srgbClr val="00AFEF"/>
                </a:solidFill>
                <a:latin typeface="Trebuchet MS"/>
                <a:cs typeface="Trebuchet MS"/>
              </a:rPr>
              <a:t>sticky</a:t>
            </a:r>
            <a:r>
              <a:rPr sz="1450" spc="-45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1450" spc="-50" dirty="0">
                <a:latin typeface="Trebuchet MS"/>
                <a:cs typeface="Trebuchet MS"/>
              </a:rPr>
              <a:t>- </a:t>
            </a:r>
            <a:r>
              <a:rPr sz="1450" spc="75" dirty="0">
                <a:latin typeface="Trebuchet MS"/>
                <a:cs typeface="Trebuchet MS"/>
              </a:rPr>
              <a:t>positioned</a:t>
            </a:r>
            <a:r>
              <a:rPr sz="1450" spc="-70" dirty="0">
                <a:latin typeface="Trebuchet MS"/>
                <a:cs typeface="Trebuchet MS"/>
              </a:rPr>
              <a:t> </a:t>
            </a:r>
            <a:r>
              <a:rPr sz="1450" spc="125" dirty="0">
                <a:latin typeface="Trebuchet MS"/>
                <a:cs typeface="Trebuchet MS"/>
              </a:rPr>
              <a:t>based</a:t>
            </a:r>
            <a:r>
              <a:rPr sz="1450" spc="-50" dirty="0">
                <a:latin typeface="Trebuchet MS"/>
                <a:cs typeface="Trebuchet MS"/>
              </a:rPr>
              <a:t> </a:t>
            </a:r>
            <a:r>
              <a:rPr sz="1450" spc="105" dirty="0">
                <a:latin typeface="Trebuchet MS"/>
                <a:cs typeface="Trebuchet MS"/>
              </a:rPr>
              <a:t>on</a:t>
            </a:r>
            <a:r>
              <a:rPr sz="1450" spc="-55" dirty="0">
                <a:latin typeface="Trebuchet MS"/>
                <a:cs typeface="Trebuchet MS"/>
              </a:rPr>
              <a:t> </a:t>
            </a:r>
            <a:r>
              <a:rPr sz="1450" spc="135" dirty="0">
                <a:latin typeface="Trebuchet MS"/>
                <a:cs typeface="Trebuchet MS"/>
              </a:rPr>
              <a:t>user's</a:t>
            </a:r>
            <a:r>
              <a:rPr sz="1450" spc="-45" dirty="0">
                <a:latin typeface="Trebuchet MS"/>
                <a:cs typeface="Trebuchet MS"/>
              </a:rPr>
              <a:t> </a:t>
            </a:r>
            <a:r>
              <a:rPr sz="1450" spc="75" dirty="0">
                <a:latin typeface="Trebuchet MS"/>
                <a:cs typeface="Trebuchet MS"/>
              </a:rPr>
              <a:t>scroll</a:t>
            </a:r>
            <a:r>
              <a:rPr sz="1450" spc="-65" dirty="0">
                <a:latin typeface="Trebuchet MS"/>
                <a:cs typeface="Trebuchet MS"/>
              </a:rPr>
              <a:t> </a:t>
            </a:r>
            <a:r>
              <a:rPr sz="1450" spc="60" dirty="0">
                <a:latin typeface="Trebuchet MS"/>
                <a:cs typeface="Trebuchet MS"/>
              </a:rPr>
              <a:t>position</a:t>
            </a:r>
            <a:endParaRPr sz="145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220" dirty="0"/>
              <a:t>Position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65" dirty="0"/>
              <a:t>z-</a:t>
            </a:r>
            <a:r>
              <a:rPr spc="185" dirty="0"/>
              <a:t>index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690" y="2376894"/>
            <a:ext cx="9046210" cy="88519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dirty="0">
                <a:latin typeface="Trebuchet MS"/>
                <a:cs typeface="Trebuchet MS"/>
              </a:rPr>
              <a:t>It</a:t>
            </a:r>
            <a:r>
              <a:rPr sz="1950" spc="-65" dirty="0">
                <a:latin typeface="Trebuchet MS"/>
                <a:cs typeface="Trebuchet MS"/>
              </a:rPr>
              <a:t> </a:t>
            </a:r>
            <a:r>
              <a:rPr sz="1950" spc="135" dirty="0">
                <a:latin typeface="Trebuchet MS"/>
                <a:cs typeface="Trebuchet MS"/>
              </a:rPr>
              <a:t>decides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the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spc="120" dirty="0">
                <a:solidFill>
                  <a:srgbClr val="00AFEF"/>
                </a:solidFill>
                <a:latin typeface="Trebuchet MS"/>
                <a:cs typeface="Trebuchet MS"/>
              </a:rPr>
              <a:t>stack</a:t>
            </a:r>
            <a:r>
              <a:rPr sz="1950" spc="-35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1950" dirty="0">
                <a:solidFill>
                  <a:srgbClr val="00AFEF"/>
                </a:solidFill>
                <a:latin typeface="Trebuchet MS"/>
                <a:cs typeface="Trebuchet MS"/>
              </a:rPr>
              <a:t>level</a:t>
            </a:r>
            <a:r>
              <a:rPr sz="1950" spc="-55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of</a:t>
            </a:r>
            <a:r>
              <a:rPr sz="1950" spc="175" dirty="0">
                <a:latin typeface="Trebuchet MS"/>
                <a:cs typeface="Trebuchet MS"/>
              </a:rPr>
              <a:t> </a:t>
            </a:r>
            <a:r>
              <a:rPr sz="1950" spc="75" dirty="0">
                <a:latin typeface="Trebuchet MS"/>
                <a:cs typeface="Trebuchet MS"/>
              </a:rPr>
              <a:t>elements</a:t>
            </a:r>
            <a:endParaRPr sz="1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050"/>
              </a:spcBef>
            </a:pPr>
            <a:r>
              <a:rPr sz="1950" spc="110" dirty="0">
                <a:latin typeface="Trebuchet MS"/>
                <a:cs typeface="Trebuchet MS"/>
              </a:rPr>
              <a:t>Overlapping</a:t>
            </a:r>
            <a:r>
              <a:rPr sz="1950" spc="-65" dirty="0">
                <a:latin typeface="Trebuchet MS"/>
                <a:cs typeface="Trebuchet MS"/>
              </a:rPr>
              <a:t> </a:t>
            </a:r>
            <a:r>
              <a:rPr sz="1950" spc="85" dirty="0">
                <a:latin typeface="Trebuchet MS"/>
                <a:cs typeface="Trebuchet MS"/>
              </a:rPr>
              <a:t>elements</a:t>
            </a:r>
            <a:r>
              <a:rPr sz="1950" spc="-3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with</a:t>
            </a:r>
            <a:r>
              <a:rPr sz="1950" spc="-65" dirty="0">
                <a:latin typeface="Trebuchet MS"/>
                <a:cs typeface="Trebuchet MS"/>
              </a:rPr>
              <a:t> </a:t>
            </a:r>
            <a:r>
              <a:rPr sz="1950" spc="140" dirty="0">
                <a:latin typeface="Trebuchet MS"/>
                <a:cs typeface="Trebuchet MS"/>
              </a:rPr>
              <a:t>a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spc="90" dirty="0">
                <a:latin typeface="Trebuchet MS"/>
                <a:cs typeface="Trebuchet MS"/>
              </a:rPr>
              <a:t>larger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z-</a:t>
            </a:r>
            <a:r>
              <a:rPr sz="1950" spc="75" dirty="0">
                <a:latin typeface="Trebuchet MS"/>
                <a:cs typeface="Trebuchet MS"/>
              </a:rPr>
              <a:t>index</a:t>
            </a:r>
            <a:r>
              <a:rPr sz="1950" spc="-50" dirty="0">
                <a:latin typeface="Trebuchet MS"/>
                <a:cs typeface="Trebuchet MS"/>
              </a:rPr>
              <a:t> </a:t>
            </a:r>
            <a:r>
              <a:rPr sz="1950" spc="120" dirty="0">
                <a:latin typeface="Trebuchet MS"/>
                <a:cs typeface="Trebuchet MS"/>
              </a:rPr>
              <a:t>cover</a:t>
            </a:r>
            <a:r>
              <a:rPr sz="1950" spc="-65" dirty="0">
                <a:latin typeface="Trebuchet MS"/>
                <a:cs typeface="Trebuchet MS"/>
              </a:rPr>
              <a:t> </a:t>
            </a:r>
            <a:r>
              <a:rPr sz="1950" spc="114" dirty="0">
                <a:latin typeface="Trebuchet MS"/>
                <a:cs typeface="Trebuchet MS"/>
              </a:rPr>
              <a:t>those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with</a:t>
            </a:r>
            <a:r>
              <a:rPr sz="1950" spc="-40" dirty="0">
                <a:latin typeface="Trebuchet MS"/>
                <a:cs typeface="Trebuchet MS"/>
              </a:rPr>
              <a:t> </a:t>
            </a:r>
            <a:r>
              <a:rPr sz="1950" spc="140" dirty="0">
                <a:latin typeface="Trebuchet MS"/>
                <a:cs typeface="Trebuchet MS"/>
              </a:rPr>
              <a:t>a</a:t>
            </a:r>
            <a:r>
              <a:rPr sz="1950" spc="-40" dirty="0">
                <a:latin typeface="Trebuchet MS"/>
                <a:cs typeface="Trebuchet MS"/>
              </a:rPr>
              <a:t> </a:t>
            </a:r>
            <a:r>
              <a:rPr sz="1950" spc="95" dirty="0">
                <a:latin typeface="Trebuchet MS"/>
                <a:cs typeface="Trebuchet MS"/>
              </a:rPr>
              <a:t>smaller</a:t>
            </a:r>
            <a:r>
              <a:rPr sz="1950" spc="-65" dirty="0">
                <a:latin typeface="Trebuchet MS"/>
                <a:cs typeface="Trebuchet MS"/>
              </a:rPr>
              <a:t> </a:t>
            </a:r>
            <a:r>
              <a:rPr sz="1950" spc="-20" dirty="0">
                <a:latin typeface="Trebuchet MS"/>
                <a:cs typeface="Trebuchet MS"/>
              </a:rPr>
              <a:t>one.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46066" y="4109725"/>
            <a:ext cx="2196465" cy="16395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dirty="0">
                <a:latin typeface="Trebuchet MS"/>
                <a:cs typeface="Trebuchet MS"/>
              </a:rPr>
              <a:t>z-</a:t>
            </a:r>
            <a:r>
              <a:rPr sz="1950" spc="75" dirty="0">
                <a:latin typeface="Trebuchet MS"/>
                <a:cs typeface="Trebuchet MS"/>
              </a:rPr>
              <a:t>index</a:t>
            </a:r>
            <a:r>
              <a:rPr sz="1950" spc="-105" dirty="0">
                <a:latin typeface="Trebuchet MS"/>
                <a:cs typeface="Trebuchet MS"/>
              </a:rPr>
              <a:t> </a:t>
            </a:r>
            <a:r>
              <a:rPr sz="1950" spc="-100" dirty="0">
                <a:latin typeface="Trebuchet MS"/>
                <a:cs typeface="Trebuchet MS"/>
              </a:rPr>
              <a:t>:</a:t>
            </a:r>
            <a:r>
              <a:rPr sz="1950" spc="-65" dirty="0">
                <a:latin typeface="Trebuchet MS"/>
                <a:cs typeface="Trebuchet MS"/>
              </a:rPr>
              <a:t> </a:t>
            </a:r>
            <a:r>
              <a:rPr sz="1950" spc="80" dirty="0">
                <a:latin typeface="Trebuchet MS"/>
                <a:cs typeface="Trebuchet MS"/>
              </a:rPr>
              <a:t>auto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-25" dirty="0">
                <a:latin typeface="Trebuchet MS"/>
                <a:cs typeface="Trebuchet MS"/>
              </a:rPr>
              <a:t>(0)</a:t>
            </a:r>
            <a:endParaRPr sz="19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195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950" dirty="0">
                <a:latin typeface="Trebuchet MS"/>
                <a:cs typeface="Trebuchet MS"/>
              </a:rPr>
              <a:t>z-</a:t>
            </a:r>
            <a:r>
              <a:rPr sz="1950" spc="75" dirty="0">
                <a:latin typeface="Trebuchet MS"/>
                <a:cs typeface="Trebuchet MS"/>
              </a:rPr>
              <a:t>index</a:t>
            </a:r>
            <a:r>
              <a:rPr sz="1950" spc="-110" dirty="0">
                <a:latin typeface="Trebuchet MS"/>
                <a:cs typeface="Trebuchet MS"/>
              </a:rPr>
              <a:t> </a:t>
            </a:r>
            <a:r>
              <a:rPr sz="1950" spc="-100" dirty="0">
                <a:latin typeface="Trebuchet MS"/>
                <a:cs typeface="Trebuchet MS"/>
              </a:rPr>
              <a:t>:</a:t>
            </a:r>
            <a:r>
              <a:rPr sz="1950" spc="-70" dirty="0">
                <a:latin typeface="Trebuchet MS"/>
                <a:cs typeface="Trebuchet MS"/>
              </a:rPr>
              <a:t> </a:t>
            </a:r>
            <a:r>
              <a:rPr sz="1950" spc="140" dirty="0">
                <a:latin typeface="Trebuchet MS"/>
                <a:cs typeface="Trebuchet MS"/>
              </a:rPr>
              <a:t>1</a:t>
            </a:r>
            <a:r>
              <a:rPr sz="1950" spc="-95" dirty="0">
                <a:latin typeface="Trebuchet MS"/>
                <a:cs typeface="Trebuchet MS"/>
              </a:rPr>
              <a:t> </a:t>
            </a:r>
            <a:r>
              <a:rPr sz="1950" spc="-475" dirty="0">
                <a:latin typeface="Trebuchet MS"/>
                <a:cs typeface="Trebuchet MS"/>
              </a:rPr>
              <a:t>/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spc="140" dirty="0">
                <a:latin typeface="Trebuchet MS"/>
                <a:cs typeface="Trebuchet MS"/>
              </a:rPr>
              <a:t>2</a:t>
            </a:r>
            <a:r>
              <a:rPr sz="1950" spc="-95" dirty="0">
                <a:latin typeface="Trebuchet MS"/>
                <a:cs typeface="Trebuchet MS"/>
              </a:rPr>
              <a:t> </a:t>
            </a:r>
            <a:r>
              <a:rPr sz="1950" spc="-475" dirty="0">
                <a:latin typeface="Trebuchet MS"/>
                <a:cs typeface="Trebuchet MS"/>
              </a:rPr>
              <a:t>/</a:t>
            </a:r>
            <a:r>
              <a:rPr sz="1950" spc="-65" dirty="0">
                <a:latin typeface="Trebuchet MS"/>
                <a:cs typeface="Trebuchet MS"/>
              </a:rPr>
              <a:t> </a:t>
            </a:r>
            <a:r>
              <a:rPr sz="1950" spc="-25" dirty="0">
                <a:latin typeface="Trebuchet MS"/>
                <a:cs typeface="Trebuchet MS"/>
              </a:rPr>
              <a:t>...</a:t>
            </a:r>
            <a:endParaRPr sz="19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195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950" dirty="0">
                <a:latin typeface="Trebuchet MS"/>
                <a:cs typeface="Trebuchet MS"/>
              </a:rPr>
              <a:t>z-</a:t>
            </a:r>
            <a:r>
              <a:rPr sz="1950" spc="75" dirty="0">
                <a:latin typeface="Trebuchet MS"/>
                <a:cs typeface="Trebuchet MS"/>
              </a:rPr>
              <a:t>index</a:t>
            </a:r>
            <a:r>
              <a:rPr sz="1950" spc="-105" dirty="0">
                <a:latin typeface="Trebuchet MS"/>
                <a:cs typeface="Trebuchet MS"/>
              </a:rPr>
              <a:t> </a:t>
            </a:r>
            <a:r>
              <a:rPr sz="1950" spc="-100" dirty="0">
                <a:latin typeface="Trebuchet MS"/>
                <a:cs typeface="Trebuchet MS"/>
              </a:rPr>
              <a:t>:</a:t>
            </a:r>
            <a:r>
              <a:rPr sz="1950" spc="-70" dirty="0">
                <a:latin typeface="Trebuchet MS"/>
                <a:cs typeface="Trebuchet MS"/>
              </a:rPr>
              <a:t> </a:t>
            </a:r>
            <a:r>
              <a:rPr sz="1950" spc="-75" dirty="0">
                <a:latin typeface="Trebuchet MS"/>
                <a:cs typeface="Trebuchet MS"/>
              </a:rPr>
              <a:t>-</a:t>
            </a:r>
            <a:r>
              <a:rPr sz="1950" spc="140" dirty="0">
                <a:latin typeface="Trebuchet MS"/>
                <a:cs typeface="Trebuchet MS"/>
              </a:rPr>
              <a:t>1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-475" dirty="0">
                <a:latin typeface="Trebuchet MS"/>
                <a:cs typeface="Trebuchet MS"/>
              </a:rPr>
              <a:t>/</a:t>
            </a:r>
            <a:r>
              <a:rPr sz="1950" spc="-65" dirty="0">
                <a:latin typeface="Trebuchet MS"/>
                <a:cs typeface="Trebuchet MS"/>
              </a:rPr>
              <a:t> </a:t>
            </a:r>
            <a:r>
              <a:rPr sz="1950" spc="-75" dirty="0">
                <a:latin typeface="Trebuchet MS"/>
                <a:cs typeface="Trebuchet MS"/>
              </a:rPr>
              <a:t>-</a:t>
            </a:r>
            <a:r>
              <a:rPr sz="1950" spc="140" dirty="0">
                <a:latin typeface="Trebuchet MS"/>
                <a:cs typeface="Trebuchet MS"/>
              </a:rPr>
              <a:t>2</a:t>
            </a:r>
            <a:r>
              <a:rPr sz="1950" spc="-95" dirty="0">
                <a:latin typeface="Trebuchet MS"/>
                <a:cs typeface="Trebuchet MS"/>
              </a:rPr>
              <a:t> </a:t>
            </a:r>
            <a:r>
              <a:rPr sz="1950" spc="-475" dirty="0">
                <a:latin typeface="Trebuchet MS"/>
                <a:cs typeface="Trebuchet MS"/>
              </a:rPr>
              <a:t>/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spc="-40" dirty="0">
                <a:latin typeface="Trebuchet MS"/>
                <a:cs typeface="Trebuchet MS"/>
              </a:rPr>
              <a:t>...</a:t>
            </a:r>
            <a:endParaRPr sz="195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235" dirty="0"/>
              <a:t>Background</a:t>
            </a:r>
            <a:r>
              <a:rPr spc="-40" dirty="0"/>
              <a:t> </a:t>
            </a:r>
            <a:r>
              <a:rPr spc="140" dirty="0"/>
              <a:t>Image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05038" y="2346444"/>
            <a:ext cx="766445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spc="135" dirty="0">
                <a:solidFill>
                  <a:srgbClr val="FFFFFF"/>
                </a:solidFill>
                <a:latin typeface="Trebuchet MS"/>
                <a:cs typeface="Trebuchet MS"/>
              </a:rPr>
              <a:t>backg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48000" y="3939981"/>
            <a:ext cx="3199177" cy="3448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100" i="1" spc="-735" dirty="0">
                <a:latin typeface="Trebuchet MS"/>
                <a:cs typeface="Trebuchet MS"/>
              </a:rPr>
              <a:t>b</a:t>
            </a:r>
            <a:r>
              <a:rPr sz="2100" i="1" spc="-710" dirty="0">
                <a:latin typeface="Trebuchet MS"/>
                <a:cs typeface="Trebuchet MS"/>
              </a:rPr>
              <a:t>a</a:t>
            </a:r>
            <a:r>
              <a:rPr sz="2100" i="1" spc="-680" dirty="0">
                <a:latin typeface="Trebuchet MS"/>
                <a:cs typeface="Trebuchet MS"/>
              </a:rPr>
              <a:t>c</a:t>
            </a:r>
            <a:r>
              <a:rPr sz="2100" i="1" spc="-800" dirty="0">
                <a:latin typeface="Trebuchet MS"/>
                <a:cs typeface="Trebuchet MS"/>
              </a:rPr>
              <a:t>k</a:t>
            </a:r>
            <a:r>
              <a:rPr sz="2100" i="1" spc="-655" dirty="0">
                <a:latin typeface="Trebuchet MS"/>
                <a:cs typeface="Trebuchet MS"/>
              </a:rPr>
              <a:t>g</a:t>
            </a:r>
            <a:r>
              <a:rPr sz="2100" i="1" spc="-844" dirty="0">
                <a:latin typeface="Trebuchet MS"/>
                <a:cs typeface="Trebuchet MS"/>
              </a:rPr>
              <a:t>r</a:t>
            </a:r>
            <a:r>
              <a:rPr sz="2100" i="1" spc="-725" dirty="0">
                <a:latin typeface="Trebuchet MS"/>
                <a:cs typeface="Trebuchet MS"/>
              </a:rPr>
              <a:t>o</a:t>
            </a:r>
            <a:r>
              <a:rPr sz="2100" i="1" spc="-745" dirty="0">
                <a:latin typeface="Trebuchet MS"/>
                <a:cs typeface="Trebuchet MS"/>
              </a:rPr>
              <a:t>u</a:t>
            </a:r>
            <a:r>
              <a:rPr sz="2100" i="1" spc="-730" dirty="0">
                <a:latin typeface="Trebuchet MS"/>
                <a:cs typeface="Trebuchet MS"/>
              </a:rPr>
              <a:t>n</a:t>
            </a:r>
            <a:r>
              <a:rPr sz="2100" i="1" spc="-860" dirty="0">
                <a:latin typeface="Trebuchet MS"/>
                <a:cs typeface="Trebuchet MS"/>
              </a:rPr>
              <a:t>d</a:t>
            </a:r>
            <a:r>
              <a:rPr sz="2100" i="1" spc="-1330" dirty="0">
                <a:latin typeface="Trebuchet MS"/>
                <a:cs typeface="Trebuchet MS"/>
              </a:rPr>
              <a:t>-</a:t>
            </a:r>
            <a:r>
              <a:rPr sz="2100" i="1" spc="-1145" dirty="0">
                <a:latin typeface="Trebuchet MS"/>
                <a:cs typeface="Trebuchet MS"/>
              </a:rPr>
              <a:t>i</a:t>
            </a:r>
            <a:r>
              <a:rPr sz="2100" i="1" spc="-720" dirty="0">
                <a:latin typeface="Trebuchet MS"/>
                <a:cs typeface="Trebuchet MS"/>
              </a:rPr>
              <a:t>m</a:t>
            </a:r>
            <a:r>
              <a:rPr sz="2100" i="1" spc="-695" dirty="0">
                <a:latin typeface="Trebuchet MS"/>
                <a:cs typeface="Trebuchet MS"/>
              </a:rPr>
              <a:t>a</a:t>
            </a:r>
            <a:r>
              <a:rPr sz="2100" i="1" spc="-640" dirty="0">
                <a:latin typeface="Trebuchet MS"/>
                <a:cs typeface="Trebuchet MS"/>
              </a:rPr>
              <a:t>g</a:t>
            </a:r>
            <a:r>
              <a:rPr sz="2100" i="1" spc="-235" dirty="0">
                <a:latin typeface="Trebuchet MS"/>
                <a:cs typeface="Trebuchet MS"/>
              </a:rPr>
              <a:t>e</a:t>
            </a:r>
            <a:r>
              <a:rPr sz="2100" i="1" spc="-275" dirty="0">
                <a:latin typeface="Trebuchet MS"/>
                <a:cs typeface="Trebuchet MS"/>
              </a:rPr>
              <a:t>:</a:t>
            </a:r>
            <a:r>
              <a:rPr sz="2100" i="1" spc="-715" dirty="0">
                <a:latin typeface="Trebuchet MS"/>
                <a:cs typeface="Trebuchet MS"/>
              </a:rPr>
              <a:t>u</a:t>
            </a:r>
            <a:r>
              <a:rPr sz="2100" i="1" spc="-990" dirty="0">
                <a:latin typeface="Trebuchet MS"/>
                <a:cs typeface="Trebuchet MS"/>
              </a:rPr>
              <a:t>r</a:t>
            </a:r>
            <a:r>
              <a:rPr sz="2100" i="1" spc="-1360" dirty="0">
                <a:latin typeface="Trebuchet MS"/>
                <a:cs typeface="Trebuchet MS"/>
              </a:rPr>
              <a:t>l</a:t>
            </a:r>
            <a:r>
              <a:rPr sz="2100" i="1" spc="-910" dirty="0">
                <a:latin typeface="Trebuchet MS"/>
                <a:cs typeface="Trebuchet MS"/>
              </a:rPr>
              <a:t>(</a:t>
            </a:r>
            <a:r>
              <a:rPr sz="2100" i="1" spc="-685" dirty="0">
                <a:latin typeface="Trebuchet MS"/>
                <a:cs typeface="Trebuchet MS"/>
              </a:rPr>
              <a:t>"</a:t>
            </a:r>
            <a:r>
              <a:rPr sz="2100" i="1" spc="-1190" dirty="0">
                <a:latin typeface="Trebuchet MS"/>
                <a:cs typeface="Trebuchet MS"/>
              </a:rPr>
              <a:t>i</a:t>
            </a:r>
            <a:r>
              <a:rPr sz="2100" i="1" spc="-700" dirty="0">
                <a:latin typeface="Trebuchet MS"/>
                <a:cs typeface="Trebuchet MS"/>
              </a:rPr>
              <a:t>m</a:t>
            </a:r>
            <a:r>
              <a:rPr sz="2100" i="1" spc="-695" dirty="0">
                <a:latin typeface="Trebuchet MS"/>
                <a:cs typeface="Trebuchet MS"/>
              </a:rPr>
              <a:t>a</a:t>
            </a:r>
            <a:r>
              <a:rPr sz="2100" i="1" spc="-640" dirty="0">
                <a:latin typeface="Trebuchet MS"/>
                <a:cs typeface="Trebuchet MS"/>
              </a:rPr>
              <a:t>g</a:t>
            </a:r>
            <a:r>
              <a:rPr sz="2100" i="1" spc="-930" dirty="0">
                <a:latin typeface="Trebuchet MS"/>
                <a:cs typeface="Trebuchet MS"/>
              </a:rPr>
              <a:t>e</a:t>
            </a:r>
            <a:r>
              <a:rPr sz="2100" i="1" spc="-1410" dirty="0">
                <a:latin typeface="Trebuchet MS"/>
                <a:cs typeface="Trebuchet MS"/>
              </a:rPr>
              <a:t>.</a:t>
            </a:r>
            <a:r>
              <a:rPr sz="2100" i="1" spc="-1425" dirty="0">
                <a:latin typeface="Trebuchet MS"/>
                <a:cs typeface="Trebuchet MS"/>
              </a:rPr>
              <a:t>j</a:t>
            </a:r>
            <a:r>
              <a:rPr sz="2100" i="1" spc="-665" dirty="0">
                <a:latin typeface="Trebuchet MS"/>
                <a:cs typeface="Trebuchet MS"/>
              </a:rPr>
              <a:t>p</a:t>
            </a:r>
            <a:r>
              <a:rPr sz="2100" i="1" spc="-710" dirty="0">
                <a:latin typeface="Trebuchet MS"/>
                <a:cs typeface="Trebuchet MS"/>
              </a:rPr>
              <a:t>e</a:t>
            </a:r>
            <a:r>
              <a:rPr sz="2100" i="1" spc="-605" dirty="0">
                <a:latin typeface="Trebuchet MS"/>
                <a:cs typeface="Trebuchet MS"/>
              </a:rPr>
              <a:t>g</a:t>
            </a:r>
            <a:r>
              <a:rPr sz="2100" i="1" spc="-565" dirty="0">
                <a:latin typeface="Trebuchet MS"/>
                <a:cs typeface="Trebuchet MS"/>
              </a:rPr>
              <a:t>"</a:t>
            </a:r>
            <a:r>
              <a:rPr sz="2100" i="1" spc="-910" dirty="0">
                <a:latin typeface="Trebuchet MS"/>
                <a:cs typeface="Trebuchet MS"/>
              </a:rPr>
              <a:t>)</a:t>
            </a:r>
            <a:r>
              <a:rPr sz="2100" i="1" spc="75" dirty="0">
                <a:latin typeface="Trebuchet MS"/>
                <a:cs typeface="Trebuchet MS"/>
              </a:rPr>
              <a:t>;</a:t>
            </a:r>
            <a:endParaRPr sz="210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235" dirty="0"/>
              <a:t>Background</a:t>
            </a:r>
            <a:r>
              <a:rPr spc="-40" dirty="0"/>
              <a:t> </a:t>
            </a:r>
            <a:r>
              <a:rPr spc="155" dirty="0"/>
              <a:t>Size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91662" y="3939981"/>
            <a:ext cx="4878070" cy="3448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100" i="1" spc="-755" dirty="0">
                <a:solidFill>
                  <a:srgbClr val="00AFEF"/>
                </a:solidFill>
                <a:latin typeface="Trebuchet MS"/>
                <a:cs typeface="Trebuchet MS"/>
              </a:rPr>
              <a:t>background-</a:t>
            </a:r>
            <a:r>
              <a:rPr sz="2100" i="1" spc="-765" dirty="0">
                <a:solidFill>
                  <a:srgbClr val="00AFEF"/>
                </a:solidFill>
                <a:latin typeface="Trebuchet MS"/>
                <a:cs typeface="Trebuchet MS"/>
              </a:rPr>
              <a:t>s</a:t>
            </a:r>
            <a:r>
              <a:rPr sz="2100" i="1" spc="-1175" dirty="0">
                <a:solidFill>
                  <a:srgbClr val="00AFEF"/>
                </a:solidFill>
                <a:latin typeface="Trebuchet MS"/>
                <a:cs typeface="Trebuchet MS"/>
              </a:rPr>
              <a:t>i</a:t>
            </a:r>
            <a:r>
              <a:rPr sz="2100" i="1" spc="-765" dirty="0">
                <a:solidFill>
                  <a:srgbClr val="00AFEF"/>
                </a:solidFill>
                <a:latin typeface="Trebuchet MS"/>
                <a:cs typeface="Trebuchet MS"/>
              </a:rPr>
              <a:t>z</a:t>
            </a:r>
            <a:r>
              <a:rPr sz="2100" i="1" spc="-265" dirty="0">
                <a:solidFill>
                  <a:srgbClr val="00AFEF"/>
                </a:solidFill>
                <a:latin typeface="Trebuchet MS"/>
                <a:cs typeface="Trebuchet MS"/>
              </a:rPr>
              <a:t>e</a:t>
            </a:r>
            <a:r>
              <a:rPr sz="2100" i="1" spc="-310" dirty="0">
                <a:solidFill>
                  <a:srgbClr val="00AFEF"/>
                </a:solidFill>
                <a:latin typeface="Trebuchet MS"/>
                <a:cs typeface="Trebuchet MS"/>
              </a:rPr>
              <a:t>:</a:t>
            </a:r>
            <a:r>
              <a:rPr sz="2100" i="1" spc="-610" dirty="0">
                <a:latin typeface="Trebuchet MS"/>
                <a:cs typeface="Trebuchet MS"/>
              </a:rPr>
              <a:t>c</a:t>
            </a:r>
            <a:r>
              <a:rPr sz="2100" i="1" spc="-705" dirty="0">
                <a:latin typeface="Trebuchet MS"/>
                <a:cs typeface="Trebuchet MS"/>
              </a:rPr>
              <a:t>o</a:t>
            </a:r>
            <a:r>
              <a:rPr sz="2100" i="1" spc="-735" dirty="0">
                <a:latin typeface="Trebuchet MS"/>
                <a:cs typeface="Trebuchet MS"/>
              </a:rPr>
              <a:t>v</a:t>
            </a:r>
            <a:r>
              <a:rPr sz="2100" i="1" spc="-720" dirty="0">
                <a:latin typeface="Trebuchet MS"/>
                <a:cs typeface="Trebuchet MS"/>
              </a:rPr>
              <a:t>e</a:t>
            </a:r>
            <a:r>
              <a:rPr sz="2100" i="1" spc="-265" dirty="0">
                <a:latin typeface="Trebuchet MS"/>
                <a:cs typeface="Trebuchet MS"/>
              </a:rPr>
              <a:t>r</a:t>
            </a:r>
            <a:r>
              <a:rPr sz="2100" i="1" spc="-505" dirty="0">
                <a:latin typeface="Trebuchet MS"/>
                <a:cs typeface="Trebuchet MS"/>
              </a:rPr>
              <a:t>/</a:t>
            </a:r>
            <a:r>
              <a:rPr sz="2100" i="1" spc="-610" dirty="0">
                <a:latin typeface="Trebuchet MS"/>
                <a:cs typeface="Trebuchet MS"/>
              </a:rPr>
              <a:t>c</a:t>
            </a:r>
            <a:r>
              <a:rPr sz="2100" i="1" spc="-690" dirty="0">
                <a:latin typeface="Trebuchet MS"/>
                <a:cs typeface="Trebuchet MS"/>
              </a:rPr>
              <a:t>o</a:t>
            </a:r>
            <a:r>
              <a:rPr sz="2100" i="1" spc="-795" dirty="0">
                <a:latin typeface="Trebuchet MS"/>
                <a:cs typeface="Trebuchet MS"/>
              </a:rPr>
              <a:t>n</a:t>
            </a:r>
            <a:r>
              <a:rPr sz="2100" i="1" spc="-1040" dirty="0">
                <a:latin typeface="Trebuchet MS"/>
                <a:cs typeface="Trebuchet MS"/>
              </a:rPr>
              <a:t>t</a:t>
            </a:r>
            <a:r>
              <a:rPr sz="2100" i="1" spc="-944" dirty="0">
                <a:latin typeface="Trebuchet MS"/>
                <a:cs typeface="Trebuchet MS"/>
              </a:rPr>
              <a:t>a</a:t>
            </a:r>
            <a:r>
              <a:rPr sz="2100" i="1" spc="-1220" dirty="0">
                <a:latin typeface="Trebuchet MS"/>
                <a:cs typeface="Trebuchet MS"/>
              </a:rPr>
              <a:t>i</a:t>
            </a:r>
            <a:r>
              <a:rPr sz="2100" i="1" spc="-250" dirty="0">
                <a:latin typeface="Trebuchet MS"/>
                <a:cs typeface="Trebuchet MS"/>
              </a:rPr>
              <a:t>n</a:t>
            </a:r>
            <a:r>
              <a:rPr sz="2100" i="1" spc="-545" dirty="0">
                <a:latin typeface="Trebuchet MS"/>
                <a:cs typeface="Trebuchet MS"/>
              </a:rPr>
              <a:t>/</a:t>
            </a:r>
            <a:r>
              <a:rPr sz="2100" i="1" spc="-690" dirty="0">
                <a:latin typeface="Trebuchet MS"/>
                <a:cs typeface="Trebuchet MS"/>
              </a:rPr>
              <a:t>a</a:t>
            </a:r>
            <a:r>
              <a:rPr sz="2100" i="1" spc="-835" dirty="0">
                <a:latin typeface="Trebuchet MS"/>
                <a:cs typeface="Trebuchet MS"/>
              </a:rPr>
              <a:t>u</a:t>
            </a:r>
            <a:r>
              <a:rPr sz="2100" i="1" spc="-1090" dirty="0">
                <a:latin typeface="Trebuchet MS"/>
                <a:cs typeface="Trebuchet MS"/>
              </a:rPr>
              <a:t>t</a:t>
            </a:r>
            <a:r>
              <a:rPr sz="2100" i="1" spc="45" dirty="0">
                <a:latin typeface="Trebuchet MS"/>
                <a:cs typeface="Trebuchet MS"/>
              </a:rPr>
              <a:t>o</a:t>
            </a:r>
            <a:endParaRPr sz="21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553085" algn="l"/>
              </a:tabLst>
            </a:pPr>
            <a:r>
              <a:rPr spc="114" dirty="0"/>
              <a:t>Qs:</a:t>
            </a:r>
            <a:r>
              <a:rPr dirty="0"/>
              <a:t>	</a:t>
            </a:r>
            <a:r>
              <a:rPr spc="90" dirty="0"/>
              <a:t>Create</a:t>
            </a:r>
            <a:r>
              <a:rPr spc="-75" dirty="0"/>
              <a:t> </a:t>
            </a:r>
            <a:r>
              <a:rPr spc="50" dirty="0"/>
              <a:t>the</a:t>
            </a:r>
            <a:r>
              <a:rPr spc="-100" dirty="0"/>
              <a:t> </a:t>
            </a:r>
            <a:r>
              <a:rPr spc="65" dirty="0"/>
              <a:t>following</a:t>
            </a:r>
            <a:r>
              <a:rPr spc="-114" dirty="0"/>
              <a:t> </a:t>
            </a:r>
            <a:r>
              <a:rPr spc="55" dirty="0"/>
              <a:t>layout</a:t>
            </a:r>
            <a:r>
              <a:rPr spc="-95" dirty="0"/>
              <a:t> </a:t>
            </a:r>
            <a:r>
              <a:rPr spc="155" dirty="0"/>
              <a:t>using</a:t>
            </a:r>
            <a:r>
              <a:rPr spc="-95" dirty="0"/>
              <a:t> </a:t>
            </a:r>
            <a:r>
              <a:rPr spc="50" dirty="0"/>
              <a:t>the</a:t>
            </a:r>
            <a:r>
              <a:rPr spc="-95" dirty="0"/>
              <a:t> </a:t>
            </a:r>
            <a:r>
              <a:rPr spc="110" dirty="0"/>
              <a:t>given</a:t>
            </a:r>
            <a:r>
              <a:rPr spc="-95" dirty="0"/>
              <a:t> </a:t>
            </a:r>
            <a:r>
              <a:rPr spc="-10" dirty="0"/>
              <a:t>html.</a:t>
            </a:r>
          </a:p>
          <a:p>
            <a:pPr marL="955675" indent="-189230">
              <a:lnSpc>
                <a:spcPct val="100000"/>
              </a:lnSpc>
              <a:spcBef>
                <a:spcPts val="1365"/>
              </a:spcBef>
              <a:buFont typeface="Arial"/>
              <a:buChar char="•"/>
              <a:tabLst>
                <a:tab pos="955675" algn="l"/>
              </a:tabLst>
            </a:pPr>
            <a:r>
              <a:rPr sz="1650" spc="70" dirty="0"/>
              <a:t>Give</a:t>
            </a:r>
            <a:r>
              <a:rPr sz="1650" spc="-25" dirty="0"/>
              <a:t> </a:t>
            </a:r>
            <a:r>
              <a:rPr sz="1650" dirty="0"/>
              <a:t>the</a:t>
            </a:r>
            <a:r>
              <a:rPr sz="1650" spc="-25" dirty="0"/>
              <a:t> </a:t>
            </a:r>
            <a:r>
              <a:rPr sz="1650" spc="50" dirty="0"/>
              <a:t>div</a:t>
            </a:r>
            <a:r>
              <a:rPr sz="1650" spc="-20" dirty="0"/>
              <a:t> </a:t>
            </a:r>
            <a:r>
              <a:rPr sz="1650" spc="120" dirty="0"/>
              <a:t>a</a:t>
            </a:r>
            <a:r>
              <a:rPr sz="1650" spc="-25" dirty="0"/>
              <a:t> </a:t>
            </a:r>
            <a:r>
              <a:rPr sz="1650" dirty="0"/>
              <a:t>height,</a:t>
            </a:r>
            <a:r>
              <a:rPr sz="1650" spc="-20" dirty="0"/>
              <a:t> </a:t>
            </a:r>
            <a:r>
              <a:rPr sz="1650" dirty="0"/>
              <a:t>width</a:t>
            </a:r>
            <a:r>
              <a:rPr sz="1650" spc="-15" dirty="0"/>
              <a:t> </a:t>
            </a:r>
            <a:r>
              <a:rPr sz="1650" spc="90" dirty="0"/>
              <a:t>&amp;</a:t>
            </a:r>
            <a:r>
              <a:rPr sz="1650" spc="5" dirty="0"/>
              <a:t> </a:t>
            </a:r>
            <a:r>
              <a:rPr sz="1650" spc="114" dirty="0"/>
              <a:t>some</a:t>
            </a:r>
            <a:r>
              <a:rPr sz="1650" dirty="0"/>
              <a:t> </a:t>
            </a:r>
            <a:r>
              <a:rPr sz="1650" spc="90" dirty="0"/>
              <a:t>background</a:t>
            </a:r>
            <a:r>
              <a:rPr sz="1650" spc="-25" dirty="0"/>
              <a:t> </a:t>
            </a:r>
            <a:r>
              <a:rPr sz="1650" spc="-10" dirty="0"/>
              <a:t>image.</a:t>
            </a:r>
            <a:endParaRPr sz="1650"/>
          </a:p>
          <a:p>
            <a:pPr marL="955675" marR="5080" indent="-189230">
              <a:lnSpc>
                <a:spcPct val="150300"/>
              </a:lnSpc>
              <a:spcBef>
                <a:spcPts val="409"/>
              </a:spcBef>
              <a:buFont typeface="Arial"/>
              <a:buChar char="•"/>
              <a:tabLst>
                <a:tab pos="955675" algn="l"/>
              </a:tabLst>
            </a:pPr>
            <a:r>
              <a:rPr sz="1650" spc="160" dirty="0"/>
              <a:t>Use</a:t>
            </a:r>
            <a:r>
              <a:rPr sz="1650" spc="-5" dirty="0"/>
              <a:t> </a:t>
            </a:r>
            <a:r>
              <a:rPr sz="1650" dirty="0"/>
              <a:t>the</a:t>
            </a:r>
            <a:r>
              <a:rPr sz="1650" spc="-20" dirty="0"/>
              <a:t> </a:t>
            </a:r>
            <a:r>
              <a:rPr sz="1650" spc="55" dirty="0"/>
              <a:t>appropriate</a:t>
            </a:r>
            <a:r>
              <a:rPr sz="1650" spc="-45" dirty="0"/>
              <a:t> </a:t>
            </a:r>
            <a:r>
              <a:rPr sz="1650" spc="60" dirty="0"/>
              <a:t>position</a:t>
            </a:r>
            <a:r>
              <a:rPr sz="1650" spc="-15" dirty="0"/>
              <a:t> </a:t>
            </a:r>
            <a:r>
              <a:rPr sz="1650" spc="60" dirty="0"/>
              <a:t>property</a:t>
            </a:r>
            <a:r>
              <a:rPr sz="1650" spc="-20" dirty="0"/>
              <a:t> </a:t>
            </a:r>
            <a:r>
              <a:rPr sz="1650" dirty="0"/>
              <a:t>for</a:t>
            </a:r>
            <a:r>
              <a:rPr sz="1650" spc="-30" dirty="0"/>
              <a:t> </a:t>
            </a:r>
            <a:r>
              <a:rPr sz="1650" dirty="0"/>
              <a:t>the</a:t>
            </a:r>
            <a:r>
              <a:rPr sz="1650" spc="-25" dirty="0"/>
              <a:t> </a:t>
            </a:r>
            <a:r>
              <a:rPr sz="1650" dirty="0"/>
              <a:t>div</a:t>
            </a:r>
            <a:r>
              <a:rPr sz="1650" spc="-20" dirty="0"/>
              <a:t> </a:t>
            </a:r>
            <a:r>
              <a:rPr sz="1650" dirty="0"/>
              <a:t>element</a:t>
            </a:r>
            <a:r>
              <a:rPr sz="1650" spc="-15" dirty="0"/>
              <a:t> </a:t>
            </a:r>
            <a:r>
              <a:rPr sz="1650" dirty="0"/>
              <a:t>to</a:t>
            </a:r>
            <a:r>
              <a:rPr sz="1650" spc="-45" dirty="0"/>
              <a:t> </a:t>
            </a:r>
            <a:r>
              <a:rPr sz="1650" spc="80" dirty="0"/>
              <a:t>place</a:t>
            </a:r>
            <a:r>
              <a:rPr sz="1650" spc="-20" dirty="0"/>
              <a:t> </a:t>
            </a:r>
            <a:r>
              <a:rPr sz="1650" spc="-55" dirty="0"/>
              <a:t>it</a:t>
            </a:r>
            <a:r>
              <a:rPr sz="1650" spc="-20" dirty="0"/>
              <a:t> </a:t>
            </a:r>
            <a:r>
              <a:rPr sz="1650" dirty="0"/>
              <a:t>at</a:t>
            </a:r>
            <a:r>
              <a:rPr sz="1650" spc="-40" dirty="0"/>
              <a:t> </a:t>
            </a:r>
            <a:r>
              <a:rPr sz="1650" spc="-25" dirty="0"/>
              <a:t>the </a:t>
            </a:r>
            <a:r>
              <a:rPr sz="1650" spc="50" dirty="0"/>
              <a:t>right</a:t>
            </a:r>
            <a:r>
              <a:rPr sz="1650" spc="-25" dirty="0"/>
              <a:t> </a:t>
            </a:r>
            <a:r>
              <a:rPr sz="1650" spc="85" dirty="0"/>
              <a:t>end</a:t>
            </a:r>
            <a:r>
              <a:rPr sz="1650" spc="-40" dirty="0"/>
              <a:t> </a:t>
            </a:r>
            <a:r>
              <a:rPr sz="1650" dirty="0"/>
              <a:t>of</a:t>
            </a:r>
            <a:r>
              <a:rPr sz="1650" spc="190" dirty="0"/>
              <a:t> </a:t>
            </a:r>
            <a:r>
              <a:rPr sz="1650" dirty="0"/>
              <a:t>the</a:t>
            </a:r>
            <a:r>
              <a:rPr sz="1650" spc="-25" dirty="0"/>
              <a:t> </a:t>
            </a:r>
            <a:r>
              <a:rPr sz="1650" spc="50" dirty="0"/>
              <a:t>page.</a:t>
            </a:r>
            <a:r>
              <a:rPr sz="1650" spc="-50" dirty="0"/>
              <a:t> </a:t>
            </a:r>
            <a:r>
              <a:rPr sz="1650" dirty="0"/>
              <a:t>(The</a:t>
            </a:r>
            <a:r>
              <a:rPr sz="1650" spc="-20" dirty="0"/>
              <a:t> </a:t>
            </a:r>
            <a:r>
              <a:rPr sz="1650" dirty="0"/>
              <a:t>div</a:t>
            </a:r>
            <a:r>
              <a:rPr sz="1650" spc="-40" dirty="0"/>
              <a:t> </a:t>
            </a:r>
            <a:r>
              <a:rPr sz="1650" spc="90" dirty="0"/>
              <a:t>should</a:t>
            </a:r>
            <a:r>
              <a:rPr sz="1650" spc="-20" dirty="0"/>
              <a:t> </a:t>
            </a:r>
            <a:r>
              <a:rPr sz="1650" dirty="0"/>
              <a:t>not</a:t>
            </a:r>
            <a:r>
              <a:rPr sz="1650" spc="-20" dirty="0"/>
              <a:t> </a:t>
            </a:r>
            <a:r>
              <a:rPr sz="1650" spc="70" dirty="0"/>
              <a:t>move</a:t>
            </a:r>
            <a:r>
              <a:rPr sz="1650" spc="-20" dirty="0"/>
              <a:t> </a:t>
            </a:r>
            <a:r>
              <a:rPr sz="1650" spc="70" dirty="0"/>
              <a:t>even</a:t>
            </a:r>
            <a:r>
              <a:rPr sz="1650" spc="-60" dirty="0"/>
              <a:t> </a:t>
            </a:r>
            <a:r>
              <a:rPr sz="1650" spc="95" dirty="0"/>
              <a:t>on</a:t>
            </a:r>
            <a:r>
              <a:rPr sz="1650" spc="-40" dirty="0"/>
              <a:t> </a:t>
            </a:r>
            <a:r>
              <a:rPr sz="1650" spc="45" dirty="0"/>
              <a:t>scroll)</a:t>
            </a:r>
            <a:endParaRPr sz="1650"/>
          </a:p>
          <a:p>
            <a:pPr marL="955675" indent="-189230">
              <a:lnSpc>
                <a:spcPct val="100000"/>
              </a:lnSpc>
              <a:spcBef>
                <a:spcPts val="1405"/>
              </a:spcBef>
              <a:buFont typeface="Arial"/>
              <a:buChar char="•"/>
              <a:tabLst>
                <a:tab pos="955675" algn="l"/>
              </a:tabLst>
            </a:pPr>
            <a:r>
              <a:rPr sz="1650" spc="160" dirty="0"/>
              <a:t>Use</a:t>
            </a:r>
            <a:r>
              <a:rPr sz="1650" spc="-10" dirty="0"/>
              <a:t> </a:t>
            </a:r>
            <a:r>
              <a:rPr sz="1650" dirty="0"/>
              <a:t>z-index</a:t>
            </a:r>
            <a:r>
              <a:rPr sz="1650" spc="-45" dirty="0"/>
              <a:t> </a:t>
            </a:r>
            <a:r>
              <a:rPr sz="1650" dirty="0"/>
              <a:t>to</a:t>
            </a:r>
            <a:r>
              <a:rPr sz="1650" spc="-10" dirty="0"/>
              <a:t> </a:t>
            </a:r>
            <a:r>
              <a:rPr sz="1650" spc="80" dirty="0"/>
              <a:t>place</a:t>
            </a:r>
            <a:r>
              <a:rPr sz="1650" spc="-50" dirty="0"/>
              <a:t> </a:t>
            </a:r>
            <a:r>
              <a:rPr sz="1650" dirty="0"/>
              <a:t>the</a:t>
            </a:r>
            <a:r>
              <a:rPr sz="1650" spc="-35" dirty="0"/>
              <a:t> </a:t>
            </a:r>
            <a:r>
              <a:rPr sz="1650" spc="50" dirty="0"/>
              <a:t>div</a:t>
            </a:r>
            <a:r>
              <a:rPr sz="1650" spc="-45" dirty="0"/>
              <a:t> </a:t>
            </a:r>
            <a:r>
              <a:rPr sz="1650" spc="105" dirty="0"/>
              <a:t>on</a:t>
            </a:r>
            <a:r>
              <a:rPr sz="1650" spc="-25" dirty="0"/>
              <a:t> </a:t>
            </a:r>
            <a:r>
              <a:rPr sz="1650" dirty="0"/>
              <a:t>top</a:t>
            </a:r>
            <a:r>
              <a:rPr sz="1650" spc="-35" dirty="0"/>
              <a:t> </a:t>
            </a:r>
            <a:r>
              <a:rPr sz="1650" dirty="0"/>
              <a:t>of</a:t>
            </a:r>
            <a:r>
              <a:rPr sz="1650" spc="180" dirty="0"/>
              <a:t> </a:t>
            </a:r>
            <a:r>
              <a:rPr sz="1650" spc="40" dirty="0"/>
              <a:t>page.</a:t>
            </a:r>
            <a:endParaRPr sz="1650"/>
          </a:p>
          <a:p>
            <a:pPr>
              <a:lnSpc>
                <a:spcPct val="100000"/>
              </a:lnSpc>
            </a:pPr>
            <a:endParaRPr sz="1650"/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1650"/>
          </a:p>
          <a:p>
            <a:pPr marL="12700">
              <a:lnSpc>
                <a:spcPct val="100000"/>
              </a:lnSpc>
            </a:pPr>
            <a:r>
              <a:rPr sz="1650" spc="-10" dirty="0">
                <a:solidFill>
                  <a:srgbClr val="00AFEF"/>
                </a:solidFill>
              </a:rPr>
              <a:t>&lt;p&gt;</a:t>
            </a:r>
            <a:r>
              <a:rPr sz="1650" spc="-10" dirty="0"/>
              <a:t>lorem*5</a:t>
            </a:r>
            <a:r>
              <a:rPr sz="1650" spc="-10" dirty="0">
                <a:solidFill>
                  <a:srgbClr val="00AFEF"/>
                </a:solidFill>
              </a:rPr>
              <a:t>&lt;/p&gt;</a:t>
            </a:r>
            <a:endParaRPr sz="1650"/>
          </a:p>
          <a:p>
            <a:pPr marL="12700">
              <a:lnSpc>
                <a:spcPct val="100000"/>
              </a:lnSpc>
              <a:spcBef>
                <a:spcPts val="1415"/>
              </a:spcBef>
            </a:pPr>
            <a:r>
              <a:rPr sz="1650" spc="75" dirty="0">
                <a:solidFill>
                  <a:srgbClr val="00AFEF"/>
                </a:solidFill>
              </a:rPr>
              <a:t>&lt;div&gt;</a:t>
            </a:r>
            <a:r>
              <a:rPr sz="1650" spc="75" dirty="0"/>
              <a:t>Love</a:t>
            </a:r>
            <a:r>
              <a:rPr sz="1650" spc="-80" dirty="0"/>
              <a:t> </a:t>
            </a:r>
            <a:r>
              <a:rPr sz="1650" spc="-10" dirty="0"/>
              <a:t>Nature</a:t>
            </a:r>
            <a:r>
              <a:rPr sz="1650" spc="-10" dirty="0">
                <a:solidFill>
                  <a:srgbClr val="00AFEF"/>
                </a:solidFill>
              </a:rPr>
              <a:t>&lt;/div&gt;</a:t>
            </a:r>
            <a:endParaRPr sz="1650"/>
          </a:p>
          <a:p>
            <a:pPr marL="12700">
              <a:lnSpc>
                <a:spcPct val="100000"/>
              </a:lnSpc>
              <a:spcBef>
                <a:spcPts val="1415"/>
              </a:spcBef>
            </a:pPr>
            <a:r>
              <a:rPr sz="1650" spc="-10" dirty="0">
                <a:solidFill>
                  <a:srgbClr val="00AFEF"/>
                </a:solidFill>
              </a:rPr>
              <a:t>&lt;p&gt;</a:t>
            </a:r>
            <a:r>
              <a:rPr sz="1650" spc="-10" dirty="0"/>
              <a:t>lorem*5</a:t>
            </a:r>
            <a:r>
              <a:rPr sz="1650" spc="-10" dirty="0">
                <a:solidFill>
                  <a:srgbClr val="00AFEF"/>
                </a:solidFill>
              </a:rPr>
              <a:t>&lt;/p&gt;</a:t>
            </a:r>
            <a:endParaRPr sz="165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315" dirty="0"/>
              <a:t>Practice</a:t>
            </a:r>
            <a:r>
              <a:rPr spc="-80" dirty="0"/>
              <a:t> </a:t>
            </a:r>
            <a:r>
              <a:rPr spc="200" dirty="0"/>
              <a:t>Set</a:t>
            </a:r>
            <a:r>
              <a:rPr spc="-55" dirty="0"/>
              <a:t> </a:t>
            </a:r>
            <a:r>
              <a:rPr spc="85" dirty="0"/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057655"/>
            <a:ext cx="10058400" cy="5659120"/>
            <a:chOff x="0" y="1057655"/>
            <a:chExt cx="10058400" cy="56591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057655"/>
              <a:ext cx="10058400" cy="565861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76193" y="3106673"/>
              <a:ext cx="3139439" cy="91135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524244" y="3131819"/>
              <a:ext cx="661670" cy="800100"/>
            </a:xfrm>
            <a:custGeom>
              <a:avLst/>
              <a:gdLst/>
              <a:ahLst/>
              <a:cxnLst/>
              <a:rect l="l" t="t" r="r" b="b"/>
              <a:pathLst>
                <a:path w="661670" h="800100">
                  <a:moveTo>
                    <a:pt x="630632" y="527304"/>
                  </a:moveTo>
                  <a:lnTo>
                    <a:pt x="3048" y="527304"/>
                  </a:lnTo>
                  <a:lnTo>
                    <a:pt x="30494" y="490339"/>
                  </a:lnTo>
                  <a:lnTo>
                    <a:pt x="56500" y="451047"/>
                  </a:lnTo>
                  <a:lnTo>
                    <a:pt x="81153" y="409384"/>
                  </a:lnTo>
                  <a:lnTo>
                    <a:pt x="104535" y="365308"/>
                  </a:lnTo>
                  <a:lnTo>
                    <a:pt x="126731" y="318777"/>
                  </a:lnTo>
                  <a:lnTo>
                    <a:pt x="147828" y="269748"/>
                  </a:lnTo>
                  <a:lnTo>
                    <a:pt x="166101" y="220345"/>
                  </a:lnTo>
                  <a:lnTo>
                    <a:pt x="181243" y="172720"/>
                  </a:lnTo>
                  <a:lnTo>
                    <a:pt x="193167" y="126873"/>
                  </a:lnTo>
                  <a:lnTo>
                    <a:pt x="201788" y="82804"/>
                  </a:lnTo>
                  <a:lnTo>
                    <a:pt x="207024" y="40513"/>
                  </a:lnTo>
                  <a:lnTo>
                    <a:pt x="208788" y="0"/>
                  </a:lnTo>
                  <a:lnTo>
                    <a:pt x="374904" y="0"/>
                  </a:lnTo>
                  <a:lnTo>
                    <a:pt x="374904" y="18288"/>
                  </a:lnTo>
                  <a:lnTo>
                    <a:pt x="365223" y="59082"/>
                  </a:lnTo>
                  <a:lnTo>
                    <a:pt x="350861" y="102876"/>
                  </a:lnTo>
                  <a:lnTo>
                    <a:pt x="331890" y="149742"/>
                  </a:lnTo>
                  <a:lnTo>
                    <a:pt x="308384" y="199753"/>
                  </a:lnTo>
                  <a:lnTo>
                    <a:pt x="280416" y="252984"/>
                  </a:lnTo>
                  <a:lnTo>
                    <a:pt x="254081" y="299045"/>
                  </a:lnTo>
                  <a:lnTo>
                    <a:pt x="226283" y="343863"/>
                  </a:lnTo>
                  <a:lnTo>
                    <a:pt x="197022" y="387291"/>
                  </a:lnTo>
                  <a:lnTo>
                    <a:pt x="166298" y="429182"/>
                  </a:lnTo>
                  <a:lnTo>
                    <a:pt x="134112" y="469392"/>
                  </a:lnTo>
                  <a:lnTo>
                    <a:pt x="111252" y="495300"/>
                  </a:lnTo>
                  <a:lnTo>
                    <a:pt x="515112" y="495300"/>
                  </a:lnTo>
                  <a:lnTo>
                    <a:pt x="554545" y="500062"/>
                  </a:lnTo>
                  <a:lnTo>
                    <a:pt x="592836" y="518160"/>
                  </a:lnTo>
                  <a:lnTo>
                    <a:pt x="609943" y="518160"/>
                  </a:lnTo>
                  <a:lnTo>
                    <a:pt x="623125" y="522732"/>
                  </a:lnTo>
                  <a:lnTo>
                    <a:pt x="630632" y="527304"/>
                  </a:lnTo>
                  <a:close/>
                </a:path>
                <a:path w="661670" h="800100">
                  <a:moveTo>
                    <a:pt x="158496" y="495300"/>
                  </a:moveTo>
                  <a:lnTo>
                    <a:pt x="123444" y="495300"/>
                  </a:lnTo>
                  <a:lnTo>
                    <a:pt x="129540" y="492252"/>
                  </a:lnTo>
                  <a:lnTo>
                    <a:pt x="166469" y="447056"/>
                  </a:lnTo>
                  <a:lnTo>
                    <a:pt x="200399" y="402811"/>
                  </a:lnTo>
                  <a:lnTo>
                    <a:pt x="231257" y="359371"/>
                  </a:lnTo>
                  <a:lnTo>
                    <a:pt x="258970" y="316589"/>
                  </a:lnTo>
                  <a:lnTo>
                    <a:pt x="283464" y="274320"/>
                  </a:lnTo>
                  <a:lnTo>
                    <a:pt x="306519" y="231538"/>
                  </a:lnTo>
                  <a:lnTo>
                    <a:pt x="328184" y="185537"/>
                  </a:lnTo>
                  <a:lnTo>
                    <a:pt x="348532" y="136391"/>
                  </a:lnTo>
                  <a:lnTo>
                    <a:pt x="367637" y="84173"/>
                  </a:lnTo>
                  <a:lnTo>
                    <a:pt x="385572" y="28956"/>
                  </a:lnTo>
                  <a:lnTo>
                    <a:pt x="393192" y="15240"/>
                  </a:lnTo>
                  <a:lnTo>
                    <a:pt x="423672" y="28956"/>
                  </a:lnTo>
                  <a:lnTo>
                    <a:pt x="420624" y="44195"/>
                  </a:lnTo>
                  <a:lnTo>
                    <a:pt x="403764" y="97678"/>
                  </a:lnTo>
                  <a:lnTo>
                    <a:pt x="385191" y="148590"/>
                  </a:lnTo>
                  <a:lnTo>
                    <a:pt x="364902" y="197215"/>
                  </a:lnTo>
                  <a:lnTo>
                    <a:pt x="342900" y="243840"/>
                  </a:lnTo>
                  <a:lnTo>
                    <a:pt x="341376" y="246888"/>
                  </a:lnTo>
                  <a:lnTo>
                    <a:pt x="472440" y="246888"/>
                  </a:lnTo>
                  <a:lnTo>
                    <a:pt x="472440" y="249936"/>
                  </a:lnTo>
                  <a:lnTo>
                    <a:pt x="339852" y="249936"/>
                  </a:lnTo>
                  <a:lnTo>
                    <a:pt x="327660" y="272796"/>
                  </a:lnTo>
                  <a:lnTo>
                    <a:pt x="303276" y="315736"/>
                  </a:lnTo>
                  <a:lnTo>
                    <a:pt x="277368" y="356220"/>
                  </a:lnTo>
                  <a:lnTo>
                    <a:pt x="249936" y="394335"/>
                  </a:lnTo>
                  <a:lnTo>
                    <a:pt x="220980" y="430163"/>
                  </a:lnTo>
                  <a:lnTo>
                    <a:pt x="190500" y="463789"/>
                  </a:lnTo>
                  <a:lnTo>
                    <a:pt x="158496" y="495300"/>
                  </a:lnTo>
                  <a:close/>
                </a:path>
                <a:path w="661670" h="800100">
                  <a:moveTo>
                    <a:pt x="472440" y="246888"/>
                  </a:moveTo>
                  <a:lnTo>
                    <a:pt x="341376" y="246888"/>
                  </a:lnTo>
                  <a:lnTo>
                    <a:pt x="347472" y="243840"/>
                  </a:lnTo>
                  <a:lnTo>
                    <a:pt x="348996" y="242316"/>
                  </a:lnTo>
                  <a:lnTo>
                    <a:pt x="350520" y="242316"/>
                  </a:lnTo>
                  <a:lnTo>
                    <a:pt x="379380" y="222051"/>
                  </a:lnTo>
                  <a:lnTo>
                    <a:pt x="404241" y="200215"/>
                  </a:lnTo>
                  <a:lnTo>
                    <a:pt x="425100" y="176950"/>
                  </a:lnTo>
                  <a:lnTo>
                    <a:pt x="441960" y="152400"/>
                  </a:lnTo>
                  <a:lnTo>
                    <a:pt x="472440" y="152400"/>
                  </a:lnTo>
                  <a:lnTo>
                    <a:pt x="472440" y="246888"/>
                  </a:lnTo>
                  <a:close/>
                </a:path>
                <a:path w="661670" h="800100">
                  <a:moveTo>
                    <a:pt x="515112" y="495300"/>
                  </a:moveTo>
                  <a:lnTo>
                    <a:pt x="475488" y="495300"/>
                  </a:lnTo>
                  <a:lnTo>
                    <a:pt x="475488" y="175260"/>
                  </a:lnTo>
                  <a:lnTo>
                    <a:pt x="515112" y="181356"/>
                  </a:lnTo>
                  <a:lnTo>
                    <a:pt x="515112" y="495300"/>
                  </a:lnTo>
                  <a:close/>
                </a:path>
                <a:path w="661670" h="800100">
                  <a:moveTo>
                    <a:pt x="472440" y="495300"/>
                  </a:moveTo>
                  <a:lnTo>
                    <a:pt x="339852" y="495300"/>
                  </a:lnTo>
                  <a:lnTo>
                    <a:pt x="339852" y="249936"/>
                  </a:lnTo>
                  <a:lnTo>
                    <a:pt x="472440" y="249936"/>
                  </a:lnTo>
                  <a:lnTo>
                    <a:pt x="472440" y="495300"/>
                  </a:lnTo>
                  <a:close/>
                </a:path>
                <a:path w="661670" h="800100">
                  <a:moveTo>
                    <a:pt x="609943" y="518160"/>
                  </a:moveTo>
                  <a:lnTo>
                    <a:pt x="592836" y="518160"/>
                  </a:lnTo>
                  <a:lnTo>
                    <a:pt x="591312" y="515112"/>
                  </a:lnTo>
                  <a:lnTo>
                    <a:pt x="608433" y="517636"/>
                  </a:lnTo>
                  <a:lnTo>
                    <a:pt x="609943" y="518160"/>
                  </a:lnTo>
                  <a:close/>
                </a:path>
                <a:path w="661670" h="800100">
                  <a:moveTo>
                    <a:pt x="597408" y="656844"/>
                  </a:moveTo>
                  <a:lnTo>
                    <a:pt x="584525" y="655677"/>
                  </a:lnTo>
                  <a:lnTo>
                    <a:pt x="570928" y="652081"/>
                  </a:lnTo>
                  <a:lnTo>
                    <a:pt x="556474" y="645914"/>
                  </a:lnTo>
                  <a:lnTo>
                    <a:pt x="541020" y="637032"/>
                  </a:lnTo>
                  <a:lnTo>
                    <a:pt x="541020" y="620268"/>
                  </a:lnTo>
                  <a:lnTo>
                    <a:pt x="537972" y="620268"/>
                  </a:lnTo>
                  <a:lnTo>
                    <a:pt x="518160" y="585216"/>
                  </a:lnTo>
                  <a:lnTo>
                    <a:pt x="518160" y="576072"/>
                  </a:lnTo>
                  <a:lnTo>
                    <a:pt x="519684" y="568452"/>
                  </a:lnTo>
                  <a:lnTo>
                    <a:pt x="527304" y="560832"/>
                  </a:lnTo>
                  <a:lnTo>
                    <a:pt x="527304" y="559308"/>
                  </a:lnTo>
                  <a:lnTo>
                    <a:pt x="0" y="559308"/>
                  </a:lnTo>
                  <a:lnTo>
                    <a:pt x="0" y="522732"/>
                  </a:lnTo>
                  <a:lnTo>
                    <a:pt x="3048" y="527304"/>
                  </a:lnTo>
                  <a:lnTo>
                    <a:pt x="630632" y="527304"/>
                  </a:lnTo>
                  <a:lnTo>
                    <a:pt x="635246" y="530113"/>
                  </a:lnTo>
                  <a:lnTo>
                    <a:pt x="644652" y="539496"/>
                  </a:lnTo>
                  <a:lnTo>
                    <a:pt x="651771" y="550068"/>
                  </a:lnTo>
                  <a:lnTo>
                    <a:pt x="656854" y="560832"/>
                  </a:lnTo>
                  <a:lnTo>
                    <a:pt x="617220" y="560832"/>
                  </a:lnTo>
                  <a:lnTo>
                    <a:pt x="617220" y="562356"/>
                  </a:lnTo>
                  <a:lnTo>
                    <a:pt x="618744" y="565404"/>
                  </a:lnTo>
                  <a:lnTo>
                    <a:pt x="618628" y="572928"/>
                  </a:lnTo>
                  <a:lnTo>
                    <a:pt x="617862" y="582382"/>
                  </a:lnTo>
                  <a:lnTo>
                    <a:pt x="594360" y="618744"/>
                  </a:lnTo>
                  <a:lnTo>
                    <a:pt x="588264" y="621792"/>
                  </a:lnTo>
                  <a:lnTo>
                    <a:pt x="583692" y="621792"/>
                  </a:lnTo>
                  <a:lnTo>
                    <a:pt x="586740" y="623316"/>
                  </a:lnTo>
                  <a:lnTo>
                    <a:pt x="651764" y="623316"/>
                  </a:lnTo>
                  <a:lnTo>
                    <a:pt x="651129" y="624649"/>
                  </a:lnTo>
                  <a:lnTo>
                    <a:pt x="643128" y="635508"/>
                  </a:lnTo>
                  <a:lnTo>
                    <a:pt x="633412" y="644628"/>
                  </a:lnTo>
                  <a:lnTo>
                    <a:pt x="622554" y="651319"/>
                  </a:lnTo>
                  <a:lnTo>
                    <a:pt x="610552" y="655439"/>
                  </a:lnTo>
                  <a:lnTo>
                    <a:pt x="597408" y="656844"/>
                  </a:lnTo>
                  <a:close/>
                </a:path>
                <a:path w="661670" h="800100">
                  <a:moveTo>
                    <a:pt x="539496" y="752856"/>
                  </a:moveTo>
                  <a:lnTo>
                    <a:pt x="268224" y="752856"/>
                  </a:lnTo>
                  <a:lnTo>
                    <a:pt x="339852" y="678180"/>
                  </a:lnTo>
                  <a:lnTo>
                    <a:pt x="339852" y="605028"/>
                  </a:lnTo>
                  <a:lnTo>
                    <a:pt x="25908" y="605028"/>
                  </a:lnTo>
                  <a:lnTo>
                    <a:pt x="6095" y="566928"/>
                  </a:lnTo>
                  <a:lnTo>
                    <a:pt x="339852" y="566928"/>
                  </a:lnTo>
                  <a:lnTo>
                    <a:pt x="339852" y="559308"/>
                  </a:lnTo>
                  <a:lnTo>
                    <a:pt x="472440" y="559308"/>
                  </a:lnTo>
                  <a:lnTo>
                    <a:pt x="472440" y="675132"/>
                  </a:lnTo>
                  <a:lnTo>
                    <a:pt x="475488" y="679704"/>
                  </a:lnTo>
                  <a:lnTo>
                    <a:pt x="518457" y="679704"/>
                  </a:lnTo>
                  <a:lnTo>
                    <a:pt x="560832" y="737616"/>
                  </a:lnTo>
                  <a:lnTo>
                    <a:pt x="527304" y="737616"/>
                  </a:lnTo>
                  <a:lnTo>
                    <a:pt x="539496" y="752856"/>
                  </a:lnTo>
                  <a:close/>
                </a:path>
                <a:path w="661670" h="800100">
                  <a:moveTo>
                    <a:pt x="651764" y="623316"/>
                  </a:moveTo>
                  <a:lnTo>
                    <a:pt x="589788" y="623316"/>
                  </a:lnTo>
                  <a:lnTo>
                    <a:pt x="597265" y="622506"/>
                  </a:lnTo>
                  <a:lnTo>
                    <a:pt x="603885" y="620268"/>
                  </a:lnTo>
                  <a:lnTo>
                    <a:pt x="624738" y="585216"/>
                  </a:lnTo>
                  <a:lnTo>
                    <a:pt x="624840" y="569976"/>
                  </a:lnTo>
                  <a:lnTo>
                    <a:pt x="621792" y="566928"/>
                  </a:lnTo>
                  <a:lnTo>
                    <a:pt x="621792" y="565404"/>
                  </a:lnTo>
                  <a:lnTo>
                    <a:pt x="617220" y="560832"/>
                  </a:lnTo>
                  <a:lnTo>
                    <a:pt x="656854" y="560832"/>
                  </a:lnTo>
                  <a:lnTo>
                    <a:pt x="657034" y="561213"/>
                  </a:lnTo>
                  <a:lnTo>
                    <a:pt x="660296" y="572928"/>
                  </a:lnTo>
                  <a:lnTo>
                    <a:pt x="661416" y="585216"/>
                  </a:lnTo>
                  <a:lnTo>
                    <a:pt x="660273" y="599503"/>
                  </a:lnTo>
                  <a:lnTo>
                    <a:pt x="656844" y="612648"/>
                  </a:lnTo>
                  <a:lnTo>
                    <a:pt x="651764" y="623316"/>
                  </a:lnTo>
                  <a:close/>
                </a:path>
                <a:path w="661670" h="800100">
                  <a:moveTo>
                    <a:pt x="518457" y="679704"/>
                  </a:moveTo>
                  <a:lnTo>
                    <a:pt x="475488" y="679704"/>
                  </a:lnTo>
                  <a:lnTo>
                    <a:pt x="475488" y="571500"/>
                  </a:lnTo>
                  <a:lnTo>
                    <a:pt x="515112" y="571500"/>
                  </a:lnTo>
                  <a:lnTo>
                    <a:pt x="515112" y="675132"/>
                  </a:lnTo>
                  <a:lnTo>
                    <a:pt x="518457" y="679704"/>
                  </a:lnTo>
                  <a:close/>
                </a:path>
                <a:path w="661670" h="800100">
                  <a:moveTo>
                    <a:pt x="606552" y="800100"/>
                  </a:moveTo>
                  <a:lnTo>
                    <a:pt x="298704" y="800100"/>
                  </a:lnTo>
                  <a:lnTo>
                    <a:pt x="280416" y="760476"/>
                  </a:lnTo>
                  <a:lnTo>
                    <a:pt x="550164" y="760476"/>
                  </a:lnTo>
                  <a:lnTo>
                    <a:pt x="527304" y="737616"/>
                  </a:lnTo>
                  <a:lnTo>
                    <a:pt x="560832" y="737616"/>
                  </a:lnTo>
                  <a:lnTo>
                    <a:pt x="606552" y="80010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07935" y="3692651"/>
              <a:ext cx="41275" cy="62865"/>
            </a:xfrm>
            <a:custGeom>
              <a:avLst/>
              <a:gdLst/>
              <a:ahLst/>
              <a:cxnLst/>
              <a:rect l="l" t="t" r="r" b="b"/>
              <a:pathLst>
                <a:path w="41275" h="62864">
                  <a:moveTo>
                    <a:pt x="33527" y="0"/>
                  </a:moveTo>
                  <a:lnTo>
                    <a:pt x="33527" y="1524"/>
                  </a:lnTo>
                  <a:lnTo>
                    <a:pt x="35051" y="4572"/>
                  </a:lnTo>
                  <a:lnTo>
                    <a:pt x="35051" y="7620"/>
                  </a:lnTo>
                  <a:lnTo>
                    <a:pt x="35051" y="10668"/>
                  </a:lnTo>
                  <a:lnTo>
                    <a:pt x="34170" y="21550"/>
                  </a:lnTo>
                  <a:lnTo>
                    <a:pt x="31432" y="31432"/>
                  </a:lnTo>
                  <a:lnTo>
                    <a:pt x="26693" y="40457"/>
                  </a:lnTo>
                  <a:lnTo>
                    <a:pt x="19811" y="48768"/>
                  </a:lnTo>
                  <a:lnTo>
                    <a:pt x="15239" y="53339"/>
                  </a:lnTo>
                  <a:lnTo>
                    <a:pt x="10667" y="57912"/>
                  </a:lnTo>
                  <a:lnTo>
                    <a:pt x="4571" y="60960"/>
                  </a:lnTo>
                  <a:lnTo>
                    <a:pt x="0" y="60960"/>
                  </a:lnTo>
                  <a:lnTo>
                    <a:pt x="3047" y="62484"/>
                  </a:lnTo>
                  <a:lnTo>
                    <a:pt x="4571" y="62484"/>
                  </a:lnTo>
                  <a:lnTo>
                    <a:pt x="6095" y="62484"/>
                  </a:lnTo>
                  <a:lnTo>
                    <a:pt x="13573" y="61674"/>
                  </a:lnTo>
                  <a:lnTo>
                    <a:pt x="20192" y="59436"/>
                  </a:lnTo>
                  <a:lnTo>
                    <a:pt x="41147" y="22859"/>
                  </a:lnTo>
                  <a:lnTo>
                    <a:pt x="41147" y="15240"/>
                  </a:lnTo>
                  <a:lnTo>
                    <a:pt x="41147" y="9144"/>
                  </a:lnTo>
                  <a:lnTo>
                    <a:pt x="38099" y="6096"/>
                  </a:lnTo>
                  <a:lnTo>
                    <a:pt x="38099" y="4572"/>
                  </a:lnTo>
                  <a:lnTo>
                    <a:pt x="36575" y="3048"/>
                  </a:lnTo>
                  <a:lnTo>
                    <a:pt x="33527" y="0"/>
                  </a:lnTo>
                  <a:close/>
                </a:path>
              </a:pathLst>
            </a:custGeom>
            <a:ln w="76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6520433" y="3128009"/>
            <a:ext cx="669290" cy="807720"/>
            <a:chOff x="6520433" y="3128009"/>
            <a:chExt cx="669290" cy="80772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78929" y="3377945"/>
              <a:ext cx="188975" cy="25298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524243" y="3131819"/>
              <a:ext cx="661670" cy="800100"/>
            </a:xfrm>
            <a:custGeom>
              <a:avLst/>
              <a:gdLst/>
              <a:ahLst/>
              <a:cxnLst/>
              <a:rect l="l" t="t" r="r" b="b"/>
              <a:pathLst>
                <a:path w="661670" h="800100">
                  <a:moveTo>
                    <a:pt x="208788" y="0"/>
                  </a:moveTo>
                  <a:lnTo>
                    <a:pt x="374904" y="0"/>
                  </a:lnTo>
                  <a:lnTo>
                    <a:pt x="374904" y="18288"/>
                  </a:lnTo>
                  <a:lnTo>
                    <a:pt x="365223" y="59082"/>
                  </a:lnTo>
                  <a:lnTo>
                    <a:pt x="350861" y="102876"/>
                  </a:lnTo>
                  <a:lnTo>
                    <a:pt x="331890" y="149742"/>
                  </a:lnTo>
                  <a:lnTo>
                    <a:pt x="308384" y="199753"/>
                  </a:lnTo>
                  <a:lnTo>
                    <a:pt x="280416" y="252984"/>
                  </a:lnTo>
                  <a:lnTo>
                    <a:pt x="254081" y="299045"/>
                  </a:lnTo>
                  <a:lnTo>
                    <a:pt x="226283" y="343863"/>
                  </a:lnTo>
                  <a:lnTo>
                    <a:pt x="197022" y="387291"/>
                  </a:lnTo>
                  <a:lnTo>
                    <a:pt x="166298" y="429182"/>
                  </a:lnTo>
                  <a:lnTo>
                    <a:pt x="134112" y="469392"/>
                  </a:lnTo>
                  <a:lnTo>
                    <a:pt x="111252" y="495300"/>
                  </a:lnTo>
                  <a:lnTo>
                    <a:pt x="123444" y="495300"/>
                  </a:lnTo>
                  <a:lnTo>
                    <a:pt x="166469" y="447056"/>
                  </a:lnTo>
                  <a:lnTo>
                    <a:pt x="200399" y="402811"/>
                  </a:lnTo>
                  <a:lnTo>
                    <a:pt x="231257" y="359371"/>
                  </a:lnTo>
                  <a:lnTo>
                    <a:pt x="258970" y="316589"/>
                  </a:lnTo>
                  <a:lnTo>
                    <a:pt x="283464" y="274320"/>
                  </a:lnTo>
                  <a:lnTo>
                    <a:pt x="306519" y="231538"/>
                  </a:lnTo>
                  <a:lnTo>
                    <a:pt x="328184" y="185537"/>
                  </a:lnTo>
                  <a:lnTo>
                    <a:pt x="348532" y="136391"/>
                  </a:lnTo>
                  <a:lnTo>
                    <a:pt x="367637" y="84173"/>
                  </a:lnTo>
                  <a:lnTo>
                    <a:pt x="385572" y="28956"/>
                  </a:lnTo>
                  <a:lnTo>
                    <a:pt x="393192" y="15240"/>
                  </a:lnTo>
                  <a:lnTo>
                    <a:pt x="423672" y="28956"/>
                  </a:lnTo>
                  <a:lnTo>
                    <a:pt x="420624" y="44195"/>
                  </a:lnTo>
                  <a:lnTo>
                    <a:pt x="403764" y="97678"/>
                  </a:lnTo>
                  <a:lnTo>
                    <a:pt x="385191" y="148590"/>
                  </a:lnTo>
                  <a:lnTo>
                    <a:pt x="364902" y="197215"/>
                  </a:lnTo>
                  <a:lnTo>
                    <a:pt x="342900" y="243840"/>
                  </a:lnTo>
                  <a:lnTo>
                    <a:pt x="341376" y="246888"/>
                  </a:lnTo>
                  <a:lnTo>
                    <a:pt x="344424" y="245364"/>
                  </a:lnTo>
                  <a:lnTo>
                    <a:pt x="347472" y="243840"/>
                  </a:lnTo>
                  <a:lnTo>
                    <a:pt x="348996" y="242316"/>
                  </a:lnTo>
                  <a:lnTo>
                    <a:pt x="350520" y="242316"/>
                  </a:lnTo>
                  <a:lnTo>
                    <a:pt x="379380" y="222051"/>
                  </a:lnTo>
                  <a:lnTo>
                    <a:pt x="404241" y="200215"/>
                  </a:lnTo>
                  <a:lnTo>
                    <a:pt x="425100" y="176950"/>
                  </a:lnTo>
                  <a:lnTo>
                    <a:pt x="441960" y="152399"/>
                  </a:lnTo>
                  <a:lnTo>
                    <a:pt x="472440" y="152399"/>
                  </a:lnTo>
                  <a:lnTo>
                    <a:pt x="472440" y="495300"/>
                  </a:lnTo>
                  <a:lnTo>
                    <a:pt x="475488" y="495300"/>
                  </a:lnTo>
                  <a:lnTo>
                    <a:pt x="475488" y="175260"/>
                  </a:lnTo>
                  <a:lnTo>
                    <a:pt x="515112" y="181356"/>
                  </a:lnTo>
                  <a:lnTo>
                    <a:pt x="515112" y="495300"/>
                  </a:lnTo>
                  <a:lnTo>
                    <a:pt x="535757" y="496466"/>
                  </a:lnTo>
                  <a:lnTo>
                    <a:pt x="554545" y="500062"/>
                  </a:lnTo>
                  <a:lnTo>
                    <a:pt x="571904" y="506229"/>
                  </a:lnTo>
                  <a:lnTo>
                    <a:pt x="588264" y="515112"/>
                  </a:lnTo>
                  <a:lnTo>
                    <a:pt x="592836" y="518160"/>
                  </a:lnTo>
                  <a:lnTo>
                    <a:pt x="591312" y="515112"/>
                  </a:lnTo>
                  <a:lnTo>
                    <a:pt x="635246" y="530113"/>
                  </a:lnTo>
                  <a:lnTo>
                    <a:pt x="660296" y="572928"/>
                  </a:lnTo>
                  <a:lnTo>
                    <a:pt x="661416" y="585216"/>
                  </a:lnTo>
                  <a:lnTo>
                    <a:pt x="660273" y="599503"/>
                  </a:lnTo>
                  <a:lnTo>
                    <a:pt x="643128" y="635508"/>
                  </a:lnTo>
                  <a:lnTo>
                    <a:pt x="610552" y="655439"/>
                  </a:lnTo>
                  <a:lnTo>
                    <a:pt x="597408" y="656844"/>
                  </a:lnTo>
                  <a:lnTo>
                    <a:pt x="584525" y="655677"/>
                  </a:lnTo>
                  <a:lnTo>
                    <a:pt x="570928" y="652081"/>
                  </a:lnTo>
                  <a:lnTo>
                    <a:pt x="556474" y="645914"/>
                  </a:lnTo>
                  <a:lnTo>
                    <a:pt x="541020" y="637032"/>
                  </a:lnTo>
                  <a:lnTo>
                    <a:pt x="541020" y="620268"/>
                  </a:lnTo>
                  <a:lnTo>
                    <a:pt x="537972" y="620268"/>
                  </a:lnTo>
                  <a:lnTo>
                    <a:pt x="529089" y="614576"/>
                  </a:lnTo>
                  <a:lnTo>
                    <a:pt x="522922" y="606742"/>
                  </a:lnTo>
                  <a:lnTo>
                    <a:pt x="519326" y="596907"/>
                  </a:lnTo>
                  <a:lnTo>
                    <a:pt x="518160" y="585216"/>
                  </a:lnTo>
                  <a:lnTo>
                    <a:pt x="518160" y="576072"/>
                  </a:lnTo>
                  <a:lnTo>
                    <a:pt x="519684" y="568452"/>
                  </a:lnTo>
                  <a:lnTo>
                    <a:pt x="524256" y="563880"/>
                  </a:lnTo>
                  <a:lnTo>
                    <a:pt x="527304" y="560832"/>
                  </a:lnTo>
                  <a:lnTo>
                    <a:pt x="527304" y="559308"/>
                  </a:lnTo>
                  <a:lnTo>
                    <a:pt x="524256" y="559308"/>
                  </a:lnTo>
                  <a:lnTo>
                    <a:pt x="518160" y="559308"/>
                  </a:lnTo>
                  <a:lnTo>
                    <a:pt x="509016" y="559308"/>
                  </a:lnTo>
                  <a:lnTo>
                    <a:pt x="498348" y="559308"/>
                  </a:lnTo>
                  <a:lnTo>
                    <a:pt x="472440" y="559308"/>
                  </a:lnTo>
                  <a:lnTo>
                    <a:pt x="472440" y="675132"/>
                  </a:lnTo>
                  <a:lnTo>
                    <a:pt x="475488" y="679704"/>
                  </a:lnTo>
                  <a:lnTo>
                    <a:pt x="475488" y="571500"/>
                  </a:lnTo>
                  <a:lnTo>
                    <a:pt x="515112" y="571500"/>
                  </a:lnTo>
                  <a:lnTo>
                    <a:pt x="515112" y="675132"/>
                  </a:lnTo>
                  <a:lnTo>
                    <a:pt x="606552" y="800100"/>
                  </a:lnTo>
                  <a:lnTo>
                    <a:pt x="298704" y="800100"/>
                  </a:lnTo>
                  <a:lnTo>
                    <a:pt x="280416" y="760476"/>
                  </a:lnTo>
                  <a:lnTo>
                    <a:pt x="550164" y="760476"/>
                  </a:lnTo>
                  <a:lnTo>
                    <a:pt x="527304" y="737616"/>
                  </a:lnTo>
                  <a:lnTo>
                    <a:pt x="539496" y="752856"/>
                  </a:lnTo>
                  <a:lnTo>
                    <a:pt x="268224" y="752856"/>
                  </a:lnTo>
                  <a:lnTo>
                    <a:pt x="339852" y="678180"/>
                  </a:lnTo>
                  <a:lnTo>
                    <a:pt x="339852" y="605028"/>
                  </a:lnTo>
                  <a:lnTo>
                    <a:pt x="25908" y="605028"/>
                  </a:lnTo>
                  <a:lnTo>
                    <a:pt x="6095" y="566928"/>
                  </a:lnTo>
                  <a:lnTo>
                    <a:pt x="339852" y="566928"/>
                  </a:lnTo>
                  <a:lnTo>
                    <a:pt x="339852" y="559308"/>
                  </a:lnTo>
                  <a:lnTo>
                    <a:pt x="0" y="559308"/>
                  </a:lnTo>
                  <a:lnTo>
                    <a:pt x="0" y="522732"/>
                  </a:lnTo>
                  <a:lnTo>
                    <a:pt x="3047" y="527304"/>
                  </a:lnTo>
                  <a:lnTo>
                    <a:pt x="30494" y="490339"/>
                  </a:lnTo>
                  <a:lnTo>
                    <a:pt x="56500" y="451047"/>
                  </a:lnTo>
                  <a:lnTo>
                    <a:pt x="81153" y="409384"/>
                  </a:lnTo>
                  <a:lnTo>
                    <a:pt x="104535" y="365308"/>
                  </a:lnTo>
                  <a:lnTo>
                    <a:pt x="126731" y="318777"/>
                  </a:lnTo>
                  <a:lnTo>
                    <a:pt x="147828" y="269748"/>
                  </a:lnTo>
                  <a:lnTo>
                    <a:pt x="166101" y="220345"/>
                  </a:lnTo>
                  <a:lnTo>
                    <a:pt x="181243" y="172720"/>
                  </a:lnTo>
                  <a:lnTo>
                    <a:pt x="193167" y="126873"/>
                  </a:lnTo>
                  <a:lnTo>
                    <a:pt x="201788" y="82804"/>
                  </a:lnTo>
                  <a:lnTo>
                    <a:pt x="207024" y="40513"/>
                  </a:lnTo>
                  <a:lnTo>
                    <a:pt x="208788" y="0"/>
                  </a:lnTo>
                  <a:close/>
                </a:path>
              </a:pathLst>
            </a:custGeom>
            <a:ln w="76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41297" y="4313682"/>
            <a:ext cx="7847076" cy="44043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52232" y="1057655"/>
            <a:ext cx="2106167" cy="69494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215" dirty="0"/>
              <a:t>Flexbox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5372" y="2549170"/>
            <a:ext cx="2759075" cy="3784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spc="45" dirty="0">
                <a:solidFill>
                  <a:srgbClr val="00AFEF"/>
                </a:solidFill>
                <a:latin typeface="Trebuchet MS"/>
                <a:cs typeface="Trebuchet MS"/>
              </a:rPr>
              <a:t>Flexible</a:t>
            </a:r>
            <a:r>
              <a:rPr sz="2300" spc="-120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2300" spc="170" dirty="0">
                <a:solidFill>
                  <a:srgbClr val="00AFEF"/>
                </a:solidFill>
                <a:latin typeface="Trebuchet MS"/>
                <a:cs typeface="Trebuchet MS"/>
              </a:rPr>
              <a:t>Box</a:t>
            </a:r>
            <a:r>
              <a:rPr sz="2300" spc="-114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2300" spc="90" dirty="0">
                <a:solidFill>
                  <a:srgbClr val="00AFEF"/>
                </a:solidFill>
                <a:latin typeface="Trebuchet MS"/>
                <a:cs typeface="Trebuchet MS"/>
              </a:rPr>
              <a:t>Layout</a:t>
            </a:r>
            <a:endParaRPr sz="23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5427" y="3970980"/>
            <a:ext cx="8190230" cy="59880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 marR="5080">
              <a:lnSpc>
                <a:spcPts val="2140"/>
              </a:lnSpc>
              <a:spcBef>
                <a:spcPts val="365"/>
              </a:spcBef>
            </a:pPr>
            <a:r>
              <a:rPr sz="1950" dirty="0">
                <a:latin typeface="Trebuchet MS"/>
                <a:cs typeface="Trebuchet MS"/>
              </a:rPr>
              <a:t>It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spc="130" dirty="0">
                <a:latin typeface="Trebuchet MS"/>
                <a:cs typeface="Trebuchet MS"/>
              </a:rPr>
              <a:t>is</a:t>
            </a:r>
            <a:r>
              <a:rPr sz="1950" spc="-80" dirty="0">
                <a:latin typeface="Trebuchet MS"/>
                <a:cs typeface="Trebuchet MS"/>
              </a:rPr>
              <a:t> </a:t>
            </a:r>
            <a:r>
              <a:rPr sz="1950" spc="140" dirty="0">
                <a:latin typeface="Trebuchet MS"/>
                <a:cs typeface="Trebuchet MS"/>
              </a:rPr>
              <a:t>a</a:t>
            </a:r>
            <a:r>
              <a:rPr sz="1950" spc="-80" dirty="0">
                <a:latin typeface="Trebuchet MS"/>
                <a:cs typeface="Trebuchet MS"/>
              </a:rPr>
              <a:t> </a:t>
            </a:r>
            <a:r>
              <a:rPr sz="1950" spc="75" dirty="0">
                <a:latin typeface="Trebuchet MS"/>
                <a:cs typeface="Trebuchet MS"/>
              </a:rPr>
              <a:t>one-</a:t>
            </a:r>
            <a:r>
              <a:rPr sz="1950" spc="100" dirty="0">
                <a:latin typeface="Trebuchet MS"/>
                <a:cs typeface="Trebuchet MS"/>
              </a:rPr>
              <a:t>dimensional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55" dirty="0">
                <a:latin typeface="Trebuchet MS"/>
                <a:cs typeface="Trebuchet MS"/>
              </a:rPr>
              <a:t>layout</a:t>
            </a:r>
            <a:r>
              <a:rPr sz="1950" spc="-80" dirty="0">
                <a:latin typeface="Trebuchet MS"/>
                <a:cs typeface="Trebuchet MS"/>
              </a:rPr>
              <a:t> </a:t>
            </a:r>
            <a:r>
              <a:rPr sz="1950" spc="90" dirty="0">
                <a:latin typeface="Trebuchet MS"/>
                <a:cs typeface="Trebuchet MS"/>
              </a:rPr>
              <a:t>method</a:t>
            </a:r>
            <a:r>
              <a:rPr sz="1950" spc="-8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for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125" dirty="0">
                <a:latin typeface="Trebuchet MS"/>
                <a:cs typeface="Trebuchet MS"/>
              </a:rPr>
              <a:t>arranging</a:t>
            </a:r>
            <a:r>
              <a:rPr sz="1950" spc="-80" dirty="0">
                <a:latin typeface="Trebuchet MS"/>
                <a:cs typeface="Trebuchet MS"/>
              </a:rPr>
              <a:t> </a:t>
            </a:r>
            <a:r>
              <a:rPr sz="1950" spc="80" dirty="0">
                <a:latin typeface="Trebuchet MS"/>
                <a:cs typeface="Trebuchet MS"/>
              </a:rPr>
              <a:t>items</a:t>
            </a:r>
            <a:r>
              <a:rPr sz="1950" spc="-75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in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spc="145" dirty="0">
                <a:latin typeface="Trebuchet MS"/>
                <a:cs typeface="Trebuchet MS"/>
              </a:rPr>
              <a:t>rows</a:t>
            </a:r>
            <a:r>
              <a:rPr sz="1950" spc="-95" dirty="0">
                <a:latin typeface="Trebuchet MS"/>
                <a:cs typeface="Trebuchet MS"/>
              </a:rPr>
              <a:t> </a:t>
            </a:r>
            <a:r>
              <a:rPr sz="1950" spc="95" dirty="0">
                <a:latin typeface="Trebuchet MS"/>
                <a:cs typeface="Trebuchet MS"/>
              </a:rPr>
              <a:t>or </a:t>
            </a:r>
            <a:r>
              <a:rPr sz="1950" spc="85" dirty="0">
                <a:latin typeface="Trebuchet MS"/>
                <a:cs typeface="Trebuchet MS"/>
              </a:rPr>
              <a:t>columns.</a:t>
            </a:r>
            <a:endParaRPr sz="195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300" dirty="0"/>
              <a:t>The</a:t>
            </a:r>
            <a:r>
              <a:rPr spc="-90" dirty="0"/>
              <a:t> </a:t>
            </a:r>
            <a:r>
              <a:rPr spc="254" dirty="0"/>
              <a:t>Flex</a:t>
            </a:r>
            <a:r>
              <a:rPr spc="-45" dirty="0"/>
              <a:t> </a:t>
            </a:r>
            <a:r>
              <a:rPr spc="220" dirty="0"/>
              <a:t>Model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0768" y="2753868"/>
            <a:ext cx="6626351" cy="35707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225" dirty="0"/>
              <a:t>Flexbox</a:t>
            </a:r>
            <a:r>
              <a:rPr spc="-50" dirty="0"/>
              <a:t> </a:t>
            </a:r>
            <a:r>
              <a:rPr spc="200" dirty="0"/>
              <a:t>Direction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5427" y="2555175"/>
            <a:ext cx="85051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dirty="0">
                <a:latin typeface="Trebuchet MS"/>
                <a:cs typeface="Trebuchet MS"/>
              </a:rPr>
              <a:t>It</a:t>
            </a:r>
            <a:r>
              <a:rPr sz="1950" spc="-75" dirty="0">
                <a:latin typeface="Trebuchet MS"/>
                <a:cs typeface="Trebuchet MS"/>
              </a:rPr>
              <a:t> </a:t>
            </a:r>
            <a:r>
              <a:rPr sz="1950" spc="140" dirty="0">
                <a:latin typeface="Trebuchet MS"/>
                <a:cs typeface="Trebuchet MS"/>
              </a:rPr>
              <a:t>sets</a:t>
            </a:r>
            <a:r>
              <a:rPr sz="1950" spc="-70" dirty="0">
                <a:latin typeface="Trebuchet MS"/>
                <a:cs typeface="Trebuchet MS"/>
              </a:rPr>
              <a:t> </a:t>
            </a:r>
            <a:r>
              <a:rPr sz="1950" spc="140" dirty="0">
                <a:latin typeface="Trebuchet MS"/>
                <a:cs typeface="Trebuchet MS"/>
              </a:rPr>
              <a:t>how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flex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spc="80" dirty="0">
                <a:latin typeface="Trebuchet MS"/>
                <a:cs typeface="Trebuchet MS"/>
              </a:rPr>
              <a:t>items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95" dirty="0">
                <a:latin typeface="Trebuchet MS"/>
                <a:cs typeface="Trebuchet MS"/>
              </a:rPr>
              <a:t>are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114" dirty="0">
                <a:latin typeface="Trebuchet MS"/>
                <a:cs typeface="Trebuchet MS"/>
              </a:rPr>
              <a:t>placed</a:t>
            </a:r>
            <a:r>
              <a:rPr sz="1950" spc="-95" dirty="0">
                <a:latin typeface="Trebuchet MS"/>
                <a:cs typeface="Trebuchet MS"/>
              </a:rPr>
              <a:t> </a:t>
            </a:r>
            <a:r>
              <a:rPr sz="1950" spc="60" dirty="0">
                <a:latin typeface="Trebuchet MS"/>
                <a:cs typeface="Trebuchet MS"/>
              </a:rPr>
              <a:t>in</a:t>
            </a:r>
            <a:r>
              <a:rPr sz="1950" spc="-95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the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flex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container,</a:t>
            </a:r>
            <a:r>
              <a:rPr sz="1950" spc="-110" dirty="0">
                <a:latin typeface="Trebuchet MS"/>
                <a:cs typeface="Trebuchet MS"/>
              </a:rPr>
              <a:t> </a:t>
            </a:r>
            <a:r>
              <a:rPr sz="1950" spc="125" dirty="0">
                <a:latin typeface="Trebuchet MS"/>
                <a:cs typeface="Trebuchet MS"/>
              </a:rPr>
              <a:t>along</a:t>
            </a:r>
            <a:r>
              <a:rPr sz="1950" spc="-95" dirty="0">
                <a:latin typeface="Trebuchet MS"/>
                <a:cs typeface="Trebuchet MS"/>
              </a:rPr>
              <a:t> </a:t>
            </a:r>
            <a:r>
              <a:rPr sz="1950" spc="114" dirty="0">
                <a:latin typeface="Trebuchet MS"/>
                <a:cs typeface="Trebuchet MS"/>
              </a:rPr>
              <a:t>which</a:t>
            </a:r>
            <a:r>
              <a:rPr sz="1950" spc="-110" dirty="0">
                <a:latin typeface="Trebuchet MS"/>
                <a:cs typeface="Trebuchet MS"/>
              </a:rPr>
              <a:t> </a:t>
            </a:r>
            <a:r>
              <a:rPr sz="1950" spc="90" dirty="0">
                <a:latin typeface="Trebuchet MS"/>
                <a:cs typeface="Trebuchet MS"/>
              </a:rPr>
              <a:t>axis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3352" y="3695211"/>
            <a:ext cx="3999865" cy="18421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99390" indent="-186690">
              <a:lnSpc>
                <a:spcPct val="100000"/>
              </a:lnSpc>
              <a:spcBef>
                <a:spcPts val="130"/>
              </a:spcBef>
              <a:buFont typeface="Arial"/>
              <a:buChar char="•"/>
              <a:tabLst>
                <a:tab pos="199390" algn="l"/>
              </a:tabLst>
            </a:pPr>
            <a:r>
              <a:rPr sz="1950" spc="-10" dirty="0">
                <a:latin typeface="Trebuchet MS"/>
                <a:cs typeface="Trebuchet MS"/>
              </a:rPr>
              <a:t>flex-</a:t>
            </a:r>
            <a:r>
              <a:rPr sz="1950" spc="70" dirty="0">
                <a:latin typeface="Trebuchet MS"/>
                <a:cs typeface="Trebuchet MS"/>
              </a:rPr>
              <a:t>direction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-105" dirty="0">
                <a:latin typeface="Trebuchet MS"/>
                <a:cs typeface="Trebuchet MS"/>
              </a:rPr>
              <a:t>:</a:t>
            </a:r>
            <a:r>
              <a:rPr sz="1950" spc="-80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row;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spc="-10" dirty="0">
                <a:solidFill>
                  <a:srgbClr val="00AFEF"/>
                </a:solidFill>
                <a:latin typeface="Trebuchet MS"/>
                <a:cs typeface="Trebuchet MS"/>
              </a:rPr>
              <a:t>(default)</a:t>
            </a:r>
            <a:endParaRPr sz="1950" dirty="0">
              <a:latin typeface="Trebuchet MS"/>
              <a:cs typeface="Trebuchet MS"/>
            </a:endParaRPr>
          </a:p>
          <a:p>
            <a:pPr marL="199390" indent="-186690">
              <a:lnSpc>
                <a:spcPct val="100000"/>
              </a:lnSpc>
              <a:spcBef>
                <a:spcPts val="1645"/>
              </a:spcBef>
              <a:buFont typeface="Arial"/>
              <a:buChar char="•"/>
              <a:tabLst>
                <a:tab pos="199390" algn="l"/>
              </a:tabLst>
            </a:pPr>
            <a:r>
              <a:rPr sz="1950" spc="-10" dirty="0">
                <a:latin typeface="Trebuchet MS"/>
                <a:cs typeface="Trebuchet MS"/>
              </a:rPr>
              <a:t>flex-</a:t>
            </a:r>
            <a:r>
              <a:rPr sz="1950" spc="70" dirty="0">
                <a:latin typeface="Trebuchet MS"/>
                <a:cs typeface="Trebuchet MS"/>
              </a:rPr>
              <a:t>direction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spc="-105" dirty="0">
                <a:latin typeface="Trebuchet MS"/>
                <a:cs typeface="Trebuchet MS"/>
              </a:rPr>
              <a:t>:</a:t>
            </a:r>
            <a:r>
              <a:rPr sz="1950" spc="-75" dirty="0">
                <a:latin typeface="Trebuchet MS"/>
                <a:cs typeface="Trebuchet MS"/>
              </a:rPr>
              <a:t> </a:t>
            </a:r>
            <a:r>
              <a:rPr sz="1950" spc="65" dirty="0">
                <a:latin typeface="Trebuchet MS"/>
                <a:cs typeface="Trebuchet MS"/>
              </a:rPr>
              <a:t>row-</a:t>
            </a:r>
            <a:r>
              <a:rPr sz="1950" spc="60" dirty="0">
                <a:latin typeface="Trebuchet MS"/>
                <a:cs typeface="Trebuchet MS"/>
              </a:rPr>
              <a:t>reverse;</a:t>
            </a:r>
            <a:endParaRPr sz="1950" dirty="0">
              <a:latin typeface="Trebuchet MS"/>
              <a:cs typeface="Trebuchet MS"/>
            </a:endParaRPr>
          </a:p>
          <a:p>
            <a:pPr marL="199390" indent="-186690">
              <a:lnSpc>
                <a:spcPct val="100000"/>
              </a:lnSpc>
              <a:spcBef>
                <a:spcPts val="1630"/>
              </a:spcBef>
              <a:buFont typeface="Arial"/>
              <a:buChar char="•"/>
              <a:tabLst>
                <a:tab pos="199390" algn="l"/>
              </a:tabLst>
            </a:pPr>
            <a:r>
              <a:rPr sz="1950" spc="-10" dirty="0">
                <a:latin typeface="Trebuchet MS"/>
                <a:cs typeface="Trebuchet MS"/>
              </a:rPr>
              <a:t>flex-</a:t>
            </a:r>
            <a:r>
              <a:rPr sz="1950" spc="70" dirty="0">
                <a:latin typeface="Trebuchet MS"/>
                <a:cs typeface="Trebuchet MS"/>
              </a:rPr>
              <a:t>direction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-105" dirty="0">
                <a:latin typeface="Trebuchet MS"/>
                <a:cs typeface="Trebuchet MS"/>
              </a:rPr>
              <a:t>:</a:t>
            </a:r>
            <a:r>
              <a:rPr sz="1950" spc="-80" dirty="0">
                <a:latin typeface="Trebuchet MS"/>
                <a:cs typeface="Trebuchet MS"/>
              </a:rPr>
              <a:t> </a:t>
            </a:r>
            <a:r>
              <a:rPr sz="1950" spc="75" dirty="0">
                <a:latin typeface="Trebuchet MS"/>
                <a:cs typeface="Trebuchet MS"/>
              </a:rPr>
              <a:t>column;</a:t>
            </a:r>
            <a:endParaRPr sz="1950" dirty="0">
              <a:latin typeface="Trebuchet MS"/>
              <a:cs typeface="Trebuchet MS"/>
            </a:endParaRPr>
          </a:p>
          <a:p>
            <a:pPr marL="199390" indent="-186690">
              <a:lnSpc>
                <a:spcPct val="100000"/>
              </a:lnSpc>
              <a:spcBef>
                <a:spcPts val="1630"/>
              </a:spcBef>
              <a:buFont typeface="Arial"/>
              <a:buChar char="•"/>
              <a:tabLst>
                <a:tab pos="199390" algn="l"/>
              </a:tabLst>
            </a:pPr>
            <a:r>
              <a:rPr sz="1950" spc="-10" dirty="0">
                <a:latin typeface="Trebuchet MS"/>
                <a:cs typeface="Trebuchet MS"/>
              </a:rPr>
              <a:t>flex-</a:t>
            </a:r>
            <a:r>
              <a:rPr sz="1950" spc="70" dirty="0">
                <a:latin typeface="Trebuchet MS"/>
                <a:cs typeface="Trebuchet MS"/>
              </a:rPr>
              <a:t>direction</a:t>
            </a:r>
            <a:r>
              <a:rPr sz="1950" spc="-80" dirty="0">
                <a:latin typeface="Trebuchet MS"/>
                <a:cs typeface="Trebuchet MS"/>
              </a:rPr>
              <a:t> </a:t>
            </a:r>
            <a:r>
              <a:rPr sz="1950" spc="-105" dirty="0">
                <a:latin typeface="Trebuchet MS"/>
                <a:cs typeface="Trebuchet MS"/>
              </a:rPr>
              <a:t>:</a:t>
            </a:r>
            <a:r>
              <a:rPr sz="1950" spc="-70" dirty="0">
                <a:latin typeface="Trebuchet MS"/>
                <a:cs typeface="Trebuchet MS"/>
              </a:rPr>
              <a:t> </a:t>
            </a:r>
            <a:r>
              <a:rPr sz="1950" spc="90" dirty="0">
                <a:latin typeface="Trebuchet MS"/>
                <a:cs typeface="Trebuchet MS"/>
              </a:rPr>
              <a:t>column-</a:t>
            </a:r>
            <a:r>
              <a:rPr sz="1950" spc="65" dirty="0">
                <a:latin typeface="Trebuchet MS"/>
                <a:cs typeface="Trebuchet MS"/>
              </a:rPr>
              <a:t>reverse</a:t>
            </a:r>
            <a:r>
              <a:rPr sz="1950" spc="65" dirty="0">
                <a:solidFill>
                  <a:srgbClr val="FFFFFF"/>
                </a:solidFill>
                <a:latin typeface="Trebuchet MS"/>
                <a:cs typeface="Trebuchet MS"/>
              </a:rPr>
              <a:t>;</a:t>
            </a:r>
            <a:endParaRPr sz="195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5490" y="1491438"/>
            <a:ext cx="3891279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254" dirty="0"/>
              <a:t>Flex</a:t>
            </a:r>
            <a:r>
              <a:rPr spc="-80" dirty="0"/>
              <a:t> </a:t>
            </a:r>
            <a:r>
              <a:rPr spc="229" dirty="0"/>
              <a:t>Properties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5427" y="2248954"/>
            <a:ext cx="8107680" cy="490954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spc="70" dirty="0">
                <a:solidFill>
                  <a:srgbClr val="D47205"/>
                </a:solidFill>
                <a:latin typeface="Verdana"/>
                <a:cs typeface="Verdana"/>
              </a:rPr>
              <a:t>for</a:t>
            </a:r>
            <a:r>
              <a:rPr sz="1950" spc="-20" dirty="0">
                <a:solidFill>
                  <a:srgbClr val="D47205"/>
                </a:solidFill>
                <a:latin typeface="Verdana"/>
                <a:cs typeface="Verdana"/>
              </a:rPr>
              <a:t> </a:t>
            </a:r>
            <a:r>
              <a:rPr sz="1950" spc="145" dirty="0">
                <a:solidFill>
                  <a:srgbClr val="D47205"/>
                </a:solidFill>
                <a:latin typeface="Verdana"/>
                <a:cs typeface="Verdana"/>
              </a:rPr>
              <a:t>Flex</a:t>
            </a:r>
            <a:r>
              <a:rPr sz="1950" spc="-30" dirty="0">
                <a:solidFill>
                  <a:srgbClr val="D47205"/>
                </a:solidFill>
                <a:latin typeface="Verdana"/>
                <a:cs typeface="Verdana"/>
              </a:rPr>
              <a:t> </a:t>
            </a:r>
            <a:r>
              <a:rPr sz="1950" spc="95" dirty="0">
                <a:solidFill>
                  <a:srgbClr val="D47205"/>
                </a:solidFill>
                <a:latin typeface="Verdana"/>
                <a:cs typeface="Verdana"/>
              </a:rPr>
              <a:t>Container</a:t>
            </a:r>
            <a:endParaRPr sz="195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00"/>
              </a:spcBef>
            </a:pPr>
            <a:endParaRPr sz="1950" dirty="0">
              <a:latin typeface="Verdana"/>
              <a:cs typeface="Verdana"/>
            </a:endParaRPr>
          </a:p>
          <a:p>
            <a:pPr marL="200660" indent="-187960">
              <a:lnSpc>
                <a:spcPct val="100000"/>
              </a:lnSpc>
              <a:buFont typeface="Arial"/>
              <a:buChar char="•"/>
              <a:tabLst>
                <a:tab pos="200660" algn="l"/>
              </a:tabLst>
            </a:pPr>
            <a:r>
              <a:rPr sz="1950" dirty="0">
                <a:solidFill>
                  <a:srgbClr val="00AFEF"/>
                </a:solidFill>
                <a:latin typeface="Trebuchet MS"/>
                <a:cs typeface="Trebuchet MS"/>
              </a:rPr>
              <a:t>justify-</a:t>
            </a:r>
            <a:r>
              <a:rPr sz="1950" spc="75" dirty="0">
                <a:solidFill>
                  <a:srgbClr val="00AFEF"/>
                </a:solidFill>
                <a:latin typeface="Trebuchet MS"/>
                <a:cs typeface="Trebuchet MS"/>
              </a:rPr>
              <a:t>content</a:t>
            </a:r>
            <a:r>
              <a:rPr sz="1950" spc="-80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1950" spc="-105" dirty="0">
                <a:latin typeface="Trebuchet MS"/>
                <a:cs typeface="Trebuchet MS"/>
              </a:rPr>
              <a:t>:</a:t>
            </a:r>
            <a:r>
              <a:rPr sz="1950" spc="-70" dirty="0">
                <a:latin typeface="Trebuchet MS"/>
                <a:cs typeface="Trebuchet MS"/>
              </a:rPr>
              <a:t> </a:t>
            </a:r>
            <a:r>
              <a:rPr sz="1950" spc="80" dirty="0">
                <a:latin typeface="Trebuchet MS"/>
                <a:cs typeface="Trebuchet MS"/>
              </a:rPr>
              <a:t>alignment</a:t>
            </a:r>
            <a:r>
              <a:rPr sz="1950" spc="-70" dirty="0">
                <a:latin typeface="Trebuchet MS"/>
                <a:cs typeface="Trebuchet MS"/>
              </a:rPr>
              <a:t> </a:t>
            </a:r>
            <a:r>
              <a:rPr sz="1950" spc="125" dirty="0">
                <a:latin typeface="Trebuchet MS"/>
                <a:cs typeface="Trebuchet MS"/>
              </a:rPr>
              <a:t>along</a:t>
            </a:r>
            <a:r>
              <a:rPr sz="1950" spc="-95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the</a:t>
            </a:r>
            <a:r>
              <a:rPr sz="1950" spc="-50" dirty="0">
                <a:latin typeface="Trebuchet MS"/>
                <a:cs typeface="Trebuchet MS"/>
              </a:rPr>
              <a:t> </a:t>
            </a:r>
            <a:r>
              <a:rPr sz="1950" spc="90" dirty="0">
                <a:latin typeface="Trebuchet MS"/>
                <a:cs typeface="Trebuchet MS"/>
              </a:rPr>
              <a:t>main</a:t>
            </a:r>
            <a:r>
              <a:rPr sz="1950" spc="-75" dirty="0">
                <a:latin typeface="Trebuchet MS"/>
                <a:cs typeface="Trebuchet MS"/>
              </a:rPr>
              <a:t> </a:t>
            </a:r>
            <a:r>
              <a:rPr sz="1950" spc="40" dirty="0">
                <a:latin typeface="Trebuchet MS"/>
                <a:cs typeface="Trebuchet MS"/>
              </a:rPr>
              <a:t>axis.</a:t>
            </a:r>
            <a:endParaRPr sz="1950" dirty="0">
              <a:latin typeface="Trebuchet MS"/>
              <a:cs typeface="Trebuchet MS"/>
            </a:endParaRPr>
          </a:p>
          <a:p>
            <a:pPr marL="130810" algn="ctr">
              <a:lnSpc>
                <a:spcPct val="100000"/>
              </a:lnSpc>
              <a:spcBef>
                <a:spcPts val="2050"/>
              </a:spcBef>
            </a:pPr>
            <a:r>
              <a:rPr sz="1950" spc="-10" dirty="0">
                <a:latin typeface="Trebuchet MS"/>
                <a:cs typeface="Trebuchet MS"/>
              </a:rPr>
              <a:t>flex-</a:t>
            </a:r>
            <a:r>
              <a:rPr sz="1950" spc="75" dirty="0">
                <a:latin typeface="Trebuchet MS"/>
                <a:cs typeface="Trebuchet MS"/>
              </a:rPr>
              <a:t>start</a:t>
            </a:r>
            <a:r>
              <a:rPr sz="1950" spc="-95" dirty="0">
                <a:latin typeface="Trebuchet MS"/>
                <a:cs typeface="Trebuchet MS"/>
              </a:rPr>
              <a:t> </a:t>
            </a:r>
            <a:r>
              <a:rPr sz="1950" spc="-475" dirty="0">
                <a:latin typeface="Trebuchet MS"/>
                <a:cs typeface="Trebuchet MS"/>
              </a:rPr>
              <a:t>/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flex-</a:t>
            </a:r>
            <a:r>
              <a:rPr sz="1950" spc="125" dirty="0">
                <a:latin typeface="Trebuchet MS"/>
                <a:cs typeface="Trebuchet MS"/>
              </a:rPr>
              <a:t>end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-475" dirty="0">
                <a:latin typeface="Trebuchet MS"/>
                <a:cs typeface="Trebuchet MS"/>
              </a:rPr>
              <a:t>/</a:t>
            </a:r>
            <a:r>
              <a:rPr sz="1950" spc="-80" dirty="0">
                <a:latin typeface="Trebuchet MS"/>
                <a:cs typeface="Trebuchet MS"/>
              </a:rPr>
              <a:t> </a:t>
            </a:r>
            <a:r>
              <a:rPr sz="1950" spc="90" dirty="0">
                <a:latin typeface="Trebuchet MS"/>
                <a:cs typeface="Trebuchet MS"/>
              </a:rPr>
              <a:t>center</a:t>
            </a:r>
            <a:r>
              <a:rPr sz="1950" spc="-75" dirty="0">
                <a:latin typeface="Trebuchet MS"/>
                <a:cs typeface="Trebuchet MS"/>
              </a:rPr>
              <a:t> </a:t>
            </a:r>
            <a:r>
              <a:rPr sz="1950" spc="-475" dirty="0">
                <a:latin typeface="Trebuchet MS"/>
                <a:cs typeface="Trebuchet MS"/>
              </a:rPr>
              <a:t>/</a:t>
            </a:r>
            <a:r>
              <a:rPr sz="1950" spc="-80" dirty="0">
                <a:latin typeface="Trebuchet MS"/>
                <a:cs typeface="Trebuchet MS"/>
              </a:rPr>
              <a:t> </a:t>
            </a:r>
            <a:r>
              <a:rPr sz="1950" spc="135" dirty="0">
                <a:latin typeface="Trebuchet MS"/>
                <a:cs typeface="Trebuchet MS"/>
              </a:rPr>
              <a:t>space-</a:t>
            </a:r>
            <a:r>
              <a:rPr sz="1950" spc="70" dirty="0">
                <a:latin typeface="Trebuchet MS"/>
                <a:cs typeface="Trebuchet MS"/>
              </a:rPr>
              <a:t>evenly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-525" dirty="0" smtClean="0">
                <a:latin typeface="Trebuchet MS"/>
                <a:cs typeface="Trebuchet MS"/>
              </a:rPr>
              <a:t>/</a:t>
            </a:r>
            <a:endParaRPr lang="en-IN" sz="1950" spc="-525" dirty="0" smtClean="0">
              <a:latin typeface="Trebuchet MS"/>
              <a:cs typeface="Trebuchet MS"/>
            </a:endParaRPr>
          </a:p>
          <a:p>
            <a:pPr marL="130810" algn="ctr">
              <a:lnSpc>
                <a:spcPct val="100000"/>
              </a:lnSpc>
              <a:spcBef>
                <a:spcPts val="2050"/>
              </a:spcBef>
            </a:pPr>
            <a:r>
              <a:rPr lang="en-US" sz="2000" dirty="0"/>
              <a:t>justify-content is a CSS property that is used to align and distribute the flex items (or content) along the main axis of a flex container. It controls the horizontal alignment of items within a flex container.</a:t>
            </a:r>
            <a:endParaRPr sz="1950" dirty="0">
              <a:latin typeface="Trebuchet MS"/>
              <a:cs typeface="Trebuchet MS"/>
            </a:endParaRPr>
          </a:p>
          <a:p>
            <a:pPr marL="200660" indent="-187960">
              <a:lnSpc>
                <a:spcPct val="100000"/>
              </a:lnSpc>
              <a:spcBef>
                <a:spcPts val="2039"/>
              </a:spcBef>
              <a:buFont typeface="Arial"/>
              <a:buChar char="•"/>
              <a:tabLst>
                <a:tab pos="200660" algn="l"/>
              </a:tabLst>
            </a:pPr>
            <a:r>
              <a:rPr sz="1950" spc="-10" dirty="0">
                <a:solidFill>
                  <a:srgbClr val="00AFEF"/>
                </a:solidFill>
                <a:latin typeface="Trebuchet MS"/>
                <a:cs typeface="Trebuchet MS"/>
              </a:rPr>
              <a:t>flex-</a:t>
            </a:r>
            <a:r>
              <a:rPr sz="1950" spc="114" dirty="0">
                <a:solidFill>
                  <a:srgbClr val="00AFEF"/>
                </a:solidFill>
                <a:latin typeface="Trebuchet MS"/>
                <a:cs typeface="Trebuchet MS"/>
              </a:rPr>
              <a:t>wrap</a:t>
            </a:r>
            <a:r>
              <a:rPr sz="1950" spc="-95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1950" spc="-105" dirty="0">
                <a:latin typeface="Trebuchet MS"/>
                <a:cs typeface="Trebuchet MS"/>
              </a:rPr>
              <a:t>: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120" dirty="0">
                <a:latin typeface="Trebuchet MS"/>
                <a:cs typeface="Trebuchet MS"/>
              </a:rPr>
              <a:t>nowrap</a:t>
            </a:r>
            <a:r>
              <a:rPr sz="1950" spc="-100" dirty="0">
                <a:latin typeface="Trebuchet MS"/>
                <a:cs typeface="Trebuchet MS"/>
              </a:rPr>
              <a:t> </a:t>
            </a:r>
            <a:r>
              <a:rPr sz="1950" spc="-475" dirty="0">
                <a:latin typeface="Trebuchet MS"/>
                <a:cs typeface="Trebuchet MS"/>
              </a:rPr>
              <a:t>/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spc="114" dirty="0">
                <a:latin typeface="Trebuchet MS"/>
                <a:cs typeface="Trebuchet MS"/>
              </a:rPr>
              <a:t>wrap</a:t>
            </a:r>
            <a:r>
              <a:rPr sz="1950" spc="-95" dirty="0">
                <a:latin typeface="Trebuchet MS"/>
                <a:cs typeface="Trebuchet MS"/>
              </a:rPr>
              <a:t> </a:t>
            </a:r>
            <a:r>
              <a:rPr sz="1950" spc="-475" dirty="0">
                <a:latin typeface="Trebuchet MS"/>
                <a:cs typeface="Trebuchet MS"/>
              </a:rPr>
              <a:t>/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80" dirty="0">
                <a:latin typeface="Trebuchet MS"/>
                <a:cs typeface="Trebuchet MS"/>
              </a:rPr>
              <a:t>wrap-</a:t>
            </a:r>
            <a:r>
              <a:rPr sz="1950" spc="50" dirty="0">
                <a:latin typeface="Trebuchet MS"/>
                <a:cs typeface="Trebuchet MS"/>
              </a:rPr>
              <a:t>reverse.</a:t>
            </a:r>
            <a:endParaRPr sz="1950" dirty="0">
              <a:latin typeface="Trebuchet MS"/>
              <a:cs typeface="Trebuchet MS"/>
            </a:endParaRPr>
          </a:p>
          <a:p>
            <a:pPr marL="200660" indent="-187960">
              <a:lnSpc>
                <a:spcPct val="100000"/>
              </a:lnSpc>
              <a:spcBef>
                <a:spcPts val="2055"/>
              </a:spcBef>
              <a:buFont typeface="Arial"/>
              <a:buChar char="•"/>
              <a:tabLst>
                <a:tab pos="200660" algn="l"/>
              </a:tabLst>
            </a:pPr>
            <a:r>
              <a:rPr sz="1950" spc="65" dirty="0">
                <a:solidFill>
                  <a:srgbClr val="00AFEF"/>
                </a:solidFill>
                <a:latin typeface="Trebuchet MS"/>
                <a:cs typeface="Trebuchet MS"/>
              </a:rPr>
              <a:t>align-</a:t>
            </a:r>
            <a:r>
              <a:rPr sz="1950" spc="85" dirty="0">
                <a:solidFill>
                  <a:srgbClr val="00AFEF"/>
                </a:solidFill>
                <a:latin typeface="Trebuchet MS"/>
                <a:cs typeface="Trebuchet MS"/>
              </a:rPr>
              <a:t>items</a:t>
            </a:r>
            <a:r>
              <a:rPr sz="1950" spc="-100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1950" spc="-105" dirty="0">
                <a:latin typeface="Trebuchet MS"/>
                <a:cs typeface="Trebuchet MS"/>
              </a:rPr>
              <a:t>: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80" dirty="0">
                <a:latin typeface="Trebuchet MS"/>
                <a:cs typeface="Trebuchet MS"/>
              </a:rPr>
              <a:t>alignment</a:t>
            </a:r>
            <a:r>
              <a:rPr sz="1950" spc="-114" dirty="0">
                <a:latin typeface="Trebuchet MS"/>
                <a:cs typeface="Trebuchet MS"/>
              </a:rPr>
              <a:t> </a:t>
            </a:r>
            <a:r>
              <a:rPr sz="1950" spc="125" dirty="0">
                <a:latin typeface="Trebuchet MS"/>
                <a:cs typeface="Trebuchet MS"/>
              </a:rPr>
              <a:t>along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the</a:t>
            </a:r>
            <a:r>
              <a:rPr sz="1950" spc="-95" dirty="0">
                <a:latin typeface="Trebuchet MS"/>
                <a:cs typeface="Trebuchet MS"/>
              </a:rPr>
              <a:t> </a:t>
            </a:r>
            <a:r>
              <a:rPr sz="1950" spc="185" dirty="0">
                <a:latin typeface="Trebuchet MS"/>
                <a:cs typeface="Trebuchet MS"/>
              </a:rPr>
              <a:t>cross</a:t>
            </a:r>
            <a:r>
              <a:rPr sz="1950" spc="-65" dirty="0">
                <a:latin typeface="Trebuchet MS"/>
                <a:cs typeface="Trebuchet MS"/>
              </a:rPr>
              <a:t> </a:t>
            </a:r>
            <a:r>
              <a:rPr sz="1950" spc="40" dirty="0">
                <a:latin typeface="Trebuchet MS"/>
                <a:cs typeface="Trebuchet MS"/>
              </a:rPr>
              <a:t>axis.</a:t>
            </a:r>
            <a:endParaRPr sz="1950" dirty="0">
              <a:latin typeface="Trebuchet MS"/>
              <a:cs typeface="Trebuchet MS"/>
            </a:endParaRPr>
          </a:p>
          <a:p>
            <a:pPr marL="200025" marR="5080" indent="-187960">
              <a:lnSpc>
                <a:spcPct val="152300"/>
              </a:lnSpc>
              <a:spcBef>
                <a:spcPts val="825"/>
              </a:spcBef>
              <a:buFont typeface="Arial"/>
              <a:buChar char="•"/>
              <a:tabLst>
                <a:tab pos="201295" algn="l"/>
              </a:tabLst>
            </a:pPr>
            <a:r>
              <a:rPr sz="1950" spc="65" dirty="0">
                <a:solidFill>
                  <a:srgbClr val="00AFEF"/>
                </a:solidFill>
                <a:latin typeface="Trebuchet MS"/>
                <a:cs typeface="Trebuchet MS"/>
              </a:rPr>
              <a:t>align-</a:t>
            </a:r>
            <a:r>
              <a:rPr sz="1950" spc="75" dirty="0">
                <a:solidFill>
                  <a:srgbClr val="00AFEF"/>
                </a:solidFill>
                <a:latin typeface="Trebuchet MS"/>
                <a:cs typeface="Trebuchet MS"/>
              </a:rPr>
              <a:t>content</a:t>
            </a:r>
            <a:r>
              <a:rPr sz="1950" spc="-100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1950" spc="-105" dirty="0">
                <a:latin typeface="Trebuchet MS"/>
                <a:cs typeface="Trebuchet MS"/>
              </a:rPr>
              <a:t>:</a:t>
            </a:r>
            <a:r>
              <a:rPr sz="1950" spc="-80" dirty="0">
                <a:latin typeface="Trebuchet MS"/>
                <a:cs typeface="Trebuchet MS"/>
              </a:rPr>
              <a:t> </a:t>
            </a:r>
            <a:r>
              <a:rPr sz="1950" spc="80" dirty="0">
                <a:latin typeface="Trebuchet MS"/>
                <a:cs typeface="Trebuchet MS"/>
              </a:rPr>
              <a:t>alignment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of</a:t>
            </a:r>
            <a:r>
              <a:rPr sz="1950" spc="165" dirty="0">
                <a:latin typeface="Trebuchet MS"/>
                <a:cs typeface="Trebuchet MS"/>
              </a:rPr>
              <a:t> </a:t>
            </a:r>
            <a:r>
              <a:rPr sz="1950" spc="170" dirty="0">
                <a:latin typeface="Trebuchet MS"/>
                <a:cs typeface="Trebuchet MS"/>
              </a:rPr>
              <a:t>space</a:t>
            </a:r>
            <a:r>
              <a:rPr sz="1950" spc="-65" dirty="0">
                <a:latin typeface="Trebuchet MS"/>
                <a:cs typeface="Trebuchet MS"/>
              </a:rPr>
              <a:t> </a:t>
            </a:r>
            <a:r>
              <a:rPr sz="1950" spc="85" dirty="0">
                <a:latin typeface="Trebuchet MS"/>
                <a:cs typeface="Trebuchet MS"/>
              </a:rPr>
              <a:t>between</a:t>
            </a:r>
            <a:r>
              <a:rPr sz="1950" spc="-65" dirty="0">
                <a:latin typeface="Trebuchet MS"/>
                <a:cs typeface="Trebuchet MS"/>
              </a:rPr>
              <a:t> </a:t>
            </a:r>
            <a:r>
              <a:rPr sz="1950" spc="120" dirty="0">
                <a:latin typeface="Trebuchet MS"/>
                <a:cs typeface="Trebuchet MS"/>
              </a:rPr>
              <a:t>&amp;</a:t>
            </a:r>
            <a:r>
              <a:rPr sz="1950" spc="-75" dirty="0">
                <a:latin typeface="Trebuchet MS"/>
                <a:cs typeface="Trebuchet MS"/>
              </a:rPr>
              <a:t> </a:t>
            </a:r>
            <a:r>
              <a:rPr sz="1950" spc="114" dirty="0">
                <a:latin typeface="Trebuchet MS"/>
                <a:cs typeface="Trebuchet MS"/>
              </a:rPr>
              <a:t>around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the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spc="65" dirty="0">
                <a:latin typeface="Trebuchet MS"/>
                <a:cs typeface="Trebuchet MS"/>
              </a:rPr>
              <a:t>content 	</a:t>
            </a:r>
            <a:r>
              <a:rPr sz="1950" spc="125" dirty="0">
                <a:latin typeface="Trebuchet MS"/>
                <a:cs typeface="Trebuchet MS"/>
              </a:rPr>
              <a:t>along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140" dirty="0">
                <a:latin typeface="Trebuchet MS"/>
                <a:cs typeface="Trebuchet MS"/>
              </a:rPr>
              <a:t>cross-</a:t>
            </a:r>
            <a:r>
              <a:rPr sz="1950" spc="30" dirty="0">
                <a:latin typeface="Trebuchet MS"/>
                <a:cs typeface="Trebuchet MS"/>
              </a:rPr>
              <a:t>axis.</a:t>
            </a:r>
            <a:endParaRPr sz="195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5490" y="1460999"/>
            <a:ext cx="3891279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254" dirty="0"/>
              <a:t>Flex</a:t>
            </a:r>
            <a:r>
              <a:rPr spc="-80" dirty="0"/>
              <a:t> </a:t>
            </a:r>
            <a:r>
              <a:rPr spc="229" dirty="0"/>
              <a:t>Properties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5372" y="2232203"/>
            <a:ext cx="8271509" cy="326580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spc="70" dirty="0">
                <a:solidFill>
                  <a:srgbClr val="D47205"/>
                </a:solidFill>
                <a:latin typeface="Verdana"/>
                <a:cs typeface="Verdana"/>
              </a:rPr>
              <a:t>for</a:t>
            </a:r>
            <a:r>
              <a:rPr sz="2300" spc="-45" dirty="0">
                <a:solidFill>
                  <a:srgbClr val="D47205"/>
                </a:solidFill>
                <a:latin typeface="Verdana"/>
                <a:cs typeface="Verdana"/>
              </a:rPr>
              <a:t> </a:t>
            </a:r>
            <a:r>
              <a:rPr sz="2300" spc="160" dirty="0">
                <a:solidFill>
                  <a:srgbClr val="D47205"/>
                </a:solidFill>
                <a:latin typeface="Verdana"/>
                <a:cs typeface="Verdana"/>
              </a:rPr>
              <a:t>Flex</a:t>
            </a:r>
            <a:r>
              <a:rPr sz="2300" spc="-55" dirty="0">
                <a:solidFill>
                  <a:srgbClr val="D47205"/>
                </a:solidFill>
                <a:latin typeface="Verdana"/>
                <a:cs typeface="Verdana"/>
              </a:rPr>
              <a:t> </a:t>
            </a:r>
            <a:r>
              <a:rPr sz="2300" spc="45" dirty="0">
                <a:solidFill>
                  <a:srgbClr val="D47205"/>
                </a:solidFill>
                <a:latin typeface="Verdana"/>
                <a:cs typeface="Verdana"/>
              </a:rPr>
              <a:t>Item</a:t>
            </a:r>
            <a:endParaRPr sz="23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695"/>
              </a:spcBef>
            </a:pPr>
            <a:endParaRPr sz="2300" dirty="0">
              <a:latin typeface="Verdana"/>
              <a:cs typeface="Verdana"/>
            </a:endParaRPr>
          </a:p>
          <a:p>
            <a:pPr marL="200660" indent="-187960">
              <a:lnSpc>
                <a:spcPct val="100000"/>
              </a:lnSpc>
              <a:buFont typeface="Arial"/>
              <a:buChar char="•"/>
              <a:tabLst>
                <a:tab pos="200660" algn="l"/>
              </a:tabLst>
            </a:pPr>
            <a:r>
              <a:rPr sz="1950" spc="65" dirty="0">
                <a:solidFill>
                  <a:srgbClr val="00AFEF"/>
                </a:solidFill>
                <a:latin typeface="Trebuchet MS"/>
                <a:cs typeface="Trebuchet MS"/>
              </a:rPr>
              <a:t>align-self</a:t>
            </a:r>
            <a:r>
              <a:rPr sz="1950" spc="145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1950" spc="-105" dirty="0">
                <a:latin typeface="Trebuchet MS"/>
                <a:cs typeface="Trebuchet MS"/>
              </a:rPr>
              <a:t>:</a:t>
            </a:r>
            <a:r>
              <a:rPr sz="1950" spc="-80" dirty="0">
                <a:latin typeface="Trebuchet MS"/>
                <a:cs typeface="Trebuchet MS"/>
              </a:rPr>
              <a:t> </a:t>
            </a:r>
            <a:r>
              <a:rPr sz="1950" spc="80" dirty="0">
                <a:latin typeface="Trebuchet MS"/>
                <a:cs typeface="Trebuchet MS"/>
              </a:rPr>
              <a:t>alignment</a:t>
            </a:r>
            <a:r>
              <a:rPr sz="1950" spc="-10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of</a:t>
            </a:r>
            <a:r>
              <a:rPr sz="1950" spc="170" dirty="0">
                <a:latin typeface="Trebuchet MS"/>
                <a:cs typeface="Trebuchet MS"/>
              </a:rPr>
              <a:t> </a:t>
            </a:r>
            <a:r>
              <a:rPr sz="1950" spc="65" dirty="0">
                <a:latin typeface="Trebuchet MS"/>
                <a:cs typeface="Trebuchet MS"/>
              </a:rPr>
              <a:t>individual</a:t>
            </a:r>
            <a:r>
              <a:rPr sz="1950" spc="-95" dirty="0">
                <a:latin typeface="Trebuchet MS"/>
                <a:cs typeface="Trebuchet MS"/>
              </a:rPr>
              <a:t> </a:t>
            </a:r>
            <a:r>
              <a:rPr sz="1950" spc="125" dirty="0">
                <a:latin typeface="Trebuchet MS"/>
                <a:cs typeface="Trebuchet MS"/>
              </a:rPr>
              <a:t>along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the</a:t>
            </a:r>
            <a:r>
              <a:rPr sz="1950" spc="-80" dirty="0">
                <a:latin typeface="Trebuchet MS"/>
                <a:cs typeface="Trebuchet MS"/>
              </a:rPr>
              <a:t> </a:t>
            </a:r>
            <a:r>
              <a:rPr sz="1950" spc="185" dirty="0">
                <a:latin typeface="Trebuchet MS"/>
                <a:cs typeface="Trebuchet MS"/>
              </a:rPr>
              <a:t>cross</a:t>
            </a:r>
            <a:r>
              <a:rPr sz="1950" spc="-80" dirty="0">
                <a:latin typeface="Trebuchet MS"/>
                <a:cs typeface="Trebuchet MS"/>
              </a:rPr>
              <a:t> </a:t>
            </a:r>
            <a:r>
              <a:rPr sz="1950" spc="40" dirty="0">
                <a:latin typeface="Trebuchet MS"/>
                <a:cs typeface="Trebuchet MS"/>
              </a:rPr>
              <a:t>axis.</a:t>
            </a:r>
            <a:endParaRPr sz="1950" dirty="0">
              <a:latin typeface="Trebuchet MS"/>
              <a:cs typeface="Trebuchet MS"/>
            </a:endParaRPr>
          </a:p>
          <a:p>
            <a:pPr marL="200025" marR="5080" indent="-187960">
              <a:lnSpc>
                <a:spcPct val="152300"/>
              </a:lnSpc>
              <a:spcBef>
                <a:spcPts val="825"/>
              </a:spcBef>
              <a:buFont typeface="Arial"/>
              <a:buChar char="•"/>
              <a:tabLst>
                <a:tab pos="201295" algn="l"/>
              </a:tabLst>
            </a:pPr>
            <a:r>
              <a:rPr sz="1950" spc="-10" dirty="0">
                <a:solidFill>
                  <a:srgbClr val="00AFEF"/>
                </a:solidFill>
                <a:latin typeface="Trebuchet MS"/>
                <a:cs typeface="Trebuchet MS"/>
              </a:rPr>
              <a:t>flex-</a:t>
            </a:r>
            <a:r>
              <a:rPr sz="1950" spc="135" dirty="0">
                <a:solidFill>
                  <a:srgbClr val="00AFEF"/>
                </a:solidFill>
                <a:latin typeface="Trebuchet MS"/>
                <a:cs typeface="Trebuchet MS"/>
              </a:rPr>
              <a:t>grow</a:t>
            </a:r>
            <a:r>
              <a:rPr sz="1950" spc="-60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1950" spc="-105" dirty="0">
                <a:latin typeface="Trebuchet MS"/>
                <a:cs typeface="Trebuchet MS"/>
              </a:rPr>
              <a:t>:</a:t>
            </a:r>
            <a:r>
              <a:rPr sz="1950" spc="-50" dirty="0">
                <a:latin typeface="Trebuchet MS"/>
                <a:cs typeface="Trebuchet MS"/>
              </a:rPr>
              <a:t> </a:t>
            </a:r>
            <a:r>
              <a:rPr sz="1950" spc="145" dirty="0">
                <a:latin typeface="Trebuchet MS"/>
                <a:cs typeface="Trebuchet MS"/>
              </a:rPr>
              <a:t>how</a:t>
            </a:r>
            <a:r>
              <a:rPr sz="1950" spc="-55" dirty="0">
                <a:latin typeface="Trebuchet MS"/>
                <a:cs typeface="Trebuchet MS"/>
              </a:rPr>
              <a:t> </a:t>
            </a:r>
            <a:r>
              <a:rPr sz="1950" spc="125" dirty="0">
                <a:latin typeface="Trebuchet MS"/>
                <a:cs typeface="Trebuchet MS"/>
              </a:rPr>
              <a:t>much</a:t>
            </a:r>
            <a:r>
              <a:rPr sz="1950" spc="-55" dirty="0">
                <a:latin typeface="Trebuchet MS"/>
                <a:cs typeface="Trebuchet MS"/>
              </a:rPr>
              <a:t> </a:t>
            </a:r>
            <a:r>
              <a:rPr sz="1950" spc="140" dirty="0">
                <a:latin typeface="Trebuchet MS"/>
                <a:cs typeface="Trebuchet MS"/>
              </a:rPr>
              <a:t>a</a:t>
            </a:r>
            <a:r>
              <a:rPr sz="1950" spc="-3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flex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item</a:t>
            </a:r>
            <a:r>
              <a:rPr sz="1950" spc="-3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will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spc="130" dirty="0">
                <a:latin typeface="Trebuchet MS"/>
                <a:cs typeface="Trebuchet MS"/>
              </a:rPr>
              <a:t>grow</a:t>
            </a:r>
            <a:r>
              <a:rPr sz="1950" spc="-5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relative</a:t>
            </a:r>
            <a:r>
              <a:rPr sz="1950" spc="-3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to</a:t>
            </a:r>
            <a:r>
              <a:rPr sz="1950" spc="-55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the</a:t>
            </a:r>
            <a:r>
              <a:rPr sz="1950" spc="-35" dirty="0">
                <a:latin typeface="Trebuchet MS"/>
                <a:cs typeface="Trebuchet MS"/>
              </a:rPr>
              <a:t> </a:t>
            </a:r>
            <a:r>
              <a:rPr sz="1950" spc="80" dirty="0">
                <a:latin typeface="Trebuchet MS"/>
                <a:cs typeface="Trebuchet MS"/>
              </a:rPr>
              <a:t>rest</a:t>
            </a:r>
            <a:r>
              <a:rPr sz="1950" spc="-3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of</a:t>
            </a:r>
            <a:r>
              <a:rPr sz="1950" spc="185" dirty="0">
                <a:latin typeface="Trebuchet MS"/>
                <a:cs typeface="Trebuchet MS"/>
              </a:rPr>
              <a:t> </a:t>
            </a:r>
            <a:r>
              <a:rPr sz="1950" spc="25" dirty="0">
                <a:latin typeface="Trebuchet MS"/>
                <a:cs typeface="Trebuchet MS"/>
              </a:rPr>
              <a:t>the 	</a:t>
            </a:r>
            <a:r>
              <a:rPr sz="1950" dirty="0">
                <a:latin typeface="Trebuchet MS"/>
                <a:cs typeface="Trebuchet MS"/>
              </a:rPr>
              <a:t>flex</a:t>
            </a:r>
            <a:r>
              <a:rPr sz="1950" spc="-100" dirty="0">
                <a:latin typeface="Trebuchet MS"/>
                <a:cs typeface="Trebuchet MS"/>
              </a:rPr>
              <a:t> </a:t>
            </a:r>
            <a:r>
              <a:rPr sz="1950" spc="80" dirty="0">
                <a:latin typeface="Trebuchet MS"/>
                <a:cs typeface="Trebuchet MS"/>
              </a:rPr>
              <a:t>items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if</a:t>
            </a:r>
            <a:r>
              <a:rPr sz="1950" spc="110" dirty="0">
                <a:latin typeface="Trebuchet MS"/>
                <a:cs typeface="Trebuchet MS"/>
              </a:rPr>
              <a:t> </a:t>
            </a:r>
            <a:r>
              <a:rPr sz="1950" spc="170" dirty="0">
                <a:latin typeface="Trebuchet MS"/>
                <a:cs typeface="Trebuchet MS"/>
              </a:rPr>
              <a:t>space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130" dirty="0">
                <a:latin typeface="Trebuchet MS"/>
                <a:cs typeface="Trebuchet MS"/>
              </a:rPr>
              <a:t>is</a:t>
            </a:r>
            <a:r>
              <a:rPr sz="1950" spc="-105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available.</a:t>
            </a:r>
            <a:endParaRPr sz="1950" dirty="0">
              <a:latin typeface="Trebuchet MS"/>
              <a:cs typeface="Trebuchet MS"/>
            </a:endParaRPr>
          </a:p>
          <a:p>
            <a:pPr marL="200025" marR="182245" indent="-187960">
              <a:lnSpc>
                <a:spcPct val="152300"/>
              </a:lnSpc>
              <a:spcBef>
                <a:spcPts val="815"/>
              </a:spcBef>
              <a:buFont typeface="Arial"/>
              <a:buChar char="•"/>
              <a:tabLst>
                <a:tab pos="201295" algn="l"/>
              </a:tabLst>
            </a:pPr>
            <a:r>
              <a:rPr sz="1950" spc="-10" dirty="0">
                <a:solidFill>
                  <a:srgbClr val="00AFEF"/>
                </a:solidFill>
                <a:latin typeface="Trebuchet MS"/>
                <a:cs typeface="Trebuchet MS"/>
              </a:rPr>
              <a:t>flex-</a:t>
            </a:r>
            <a:r>
              <a:rPr sz="1950" spc="125" dirty="0">
                <a:solidFill>
                  <a:srgbClr val="00AFEF"/>
                </a:solidFill>
                <a:latin typeface="Trebuchet MS"/>
                <a:cs typeface="Trebuchet MS"/>
              </a:rPr>
              <a:t>shrink</a:t>
            </a:r>
            <a:r>
              <a:rPr sz="1950" spc="-70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1950" spc="-105" dirty="0">
                <a:latin typeface="Trebuchet MS"/>
                <a:cs typeface="Trebuchet MS"/>
              </a:rPr>
              <a:t>:</a:t>
            </a:r>
            <a:r>
              <a:rPr sz="1950" spc="-50" dirty="0">
                <a:latin typeface="Trebuchet MS"/>
                <a:cs typeface="Trebuchet MS"/>
              </a:rPr>
              <a:t> </a:t>
            </a:r>
            <a:r>
              <a:rPr sz="1950" spc="145" dirty="0">
                <a:latin typeface="Trebuchet MS"/>
                <a:cs typeface="Trebuchet MS"/>
              </a:rPr>
              <a:t>how</a:t>
            </a:r>
            <a:r>
              <a:rPr sz="1950" spc="-75" dirty="0">
                <a:latin typeface="Trebuchet MS"/>
                <a:cs typeface="Trebuchet MS"/>
              </a:rPr>
              <a:t> </a:t>
            </a:r>
            <a:r>
              <a:rPr sz="1950" spc="130" dirty="0">
                <a:latin typeface="Trebuchet MS"/>
                <a:cs typeface="Trebuchet MS"/>
              </a:rPr>
              <a:t>much</a:t>
            </a:r>
            <a:r>
              <a:rPr sz="1950" spc="-55" dirty="0">
                <a:latin typeface="Trebuchet MS"/>
                <a:cs typeface="Trebuchet MS"/>
              </a:rPr>
              <a:t> </a:t>
            </a:r>
            <a:r>
              <a:rPr sz="1950" spc="140" dirty="0">
                <a:latin typeface="Trebuchet MS"/>
                <a:cs typeface="Trebuchet MS"/>
              </a:rPr>
              <a:t>a</a:t>
            </a:r>
            <a:r>
              <a:rPr sz="1950" spc="-3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flex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item</a:t>
            </a:r>
            <a:r>
              <a:rPr sz="1950" spc="-3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will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spc="120" dirty="0">
                <a:latin typeface="Trebuchet MS"/>
                <a:cs typeface="Trebuchet MS"/>
              </a:rPr>
              <a:t>shrink</a:t>
            </a:r>
            <a:r>
              <a:rPr sz="1950" spc="-5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relative</a:t>
            </a:r>
            <a:r>
              <a:rPr sz="1950" spc="-3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to</a:t>
            </a:r>
            <a:r>
              <a:rPr sz="1950" spc="-55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the</a:t>
            </a:r>
            <a:r>
              <a:rPr sz="1950" spc="-35" dirty="0">
                <a:latin typeface="Trebuchet MS"/>
                <a:cs typeface="Trebuchet MS"/>
              </a:rPr>
              <a:t> </a:t>
            </a:r>
            <a:r>
              <a:rPr sz="1950" spc="80" dirty="0">
                <a:latin typeface="Trebuchet MS"/>
                <a:cs typeface="Trebuchet MS"/>
              </a:rPr>
              <a:t>rest</a:t>
            </a:r>
            <a:r>
              <a:rPr sz="1950" spc="-35" dirty="0">
                <a:latin typeface="Trebuchet MS"/>
                <a:cs typeface="Trebuchet MS"/>
              </a:rPr>
              <a:t> </a:t>
            </a:r>
            <a:r>
              <a:rPr sz="1950" spc="-25" dirty="0">
                <a:latin typeface="Trebuchet MS"/>
                <a:cs typeface="Trebuchet MS"/>
              </a:rPr>
              <a:t>of 	</a:t>
            </a:r>
            <a:r>
              <a:rPr sz="1950" spc="50" dirty="0">
                <a:latin typeface="Trebuchet MS"/>
                <a:cs typeface="Trebuchet MS"/>
              </a:rPr>
              <a:t>the</a:t>
            </a:r>
            <a:r>
              <a:rPr sz="1950" spc="-11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flex</a:t>
            </a:r>
            <a:r>
              <a:rPr sz="1950" spc="-100" dirty="0">
                <a:latin typeface="Trebuchet MS"/>
                <a:cs typeface="Trebuchet MS"/>
              </a:rPr>
              <a:t> </a:t>
            </a:r>
            <a:r>
              <a:rPr sz="1950" spc="80" dirty="0">
                <a:latin typeface="Trebuchet MS"/>
                <a:cs typeface="Trebuchet MS"/>
              </a:rPr>
              <a:t>items</a:t>
            </a:r>
            <a:r>
              <a:rPr sz="1950" spc="-8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if</a:t>
            </a:r>
            <a:r>
              <a:rPr sz="1950" spc="110" dirty="0">
                <a:latin typeface="Trebuchet MS"/>
                <a:cs typeface="Trebuchet MS"/>
              </a:rPr>
              <a:t> </a:t>
            </a:r>
            <a:r>
              <a:rPr sz="1950" spc="170" dirty="0">
                <a:latin typeface="Trebuchet MS"/>
                <a:cs typeface="Trebuchet MS"/>
              </a:rPr>
              <a:t>space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spc="130" dirty="0">
                <a:latin typeface="Trebuchet MS"/>
                <a:cs typeface="Trebuchet MS"/>
              </a:rPr>
              <a:t>is</a:t>
            </a:r>
            <a:r>
              <a:rPr sz="1950" spc="-105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available.</a:t>
            </a:r>
            <a:endParaRPr sz="195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315" dirty="0"/>
              <a:t>Practice</a:t>
            </a:r>
            <a:r>
              <a:rPr spc="-80" dirty="0"/>
              <a:t> </a:t>
            </a:r>
            <a:r>
              <a:rPr spc="200" dirty="0"/>
              <a:t>Set</a:t>
            </a:r>
            <a:r>
              <a:rPr spc="-55" dirty="0"/>
              <a:t> </a:t>
            </a:r>
            <a:r>
              <a:rPr spc="85" dirty="0"/>
              <a:t>6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3206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55" dirty="0"/>
              <a:t>Qs-</a:t>
            </a:r>
            <a:r>
              <a:rPr dirty="0"/>
              <a:t>1:</a:t>
            </a:r>
            <a:r>
              <a:rPr spc="-60" dirty="0"/>
              <a:t> </a:t>
            </a:r>
            <a:r>
              <a:rPr spc="90" dirty="0"/>
              <a:t>Create</a:t>
            </a:r>
            <a:r>
              <a:rPr spc="-65" dirty="0"/>
              <a:t> </a:t>
            </a:r>
            <a:r>
              <a:rPr spc="140" dirty="0"/>
              <a:t>a</a:t>
            </a:r>
            <a:r>
              <a:rPr spc="-45" dirty="0"/>
              <a:t> </a:t>
            </a:r>
            <a:r>
              <a:rPr spc="120" dirty="0"/>
              <a:t>navbar</a:t>
            </a:r>
            <a:r>
              <a:rPr spc="-65" dirty="0"/>
              <a:t> </a:t>
            </a:r>
            <a:r>
              <a:rPr dirty="0"/>
              <a:t>with</a:t>
            </a:r>
            <a:r>
              <a:rPr spc="-65" dirty="0"/>
              <a:t> </a:t>
            </a:r>
            <a:r>
              <a:rPr spc="140" dirty="0"/>
              <a:t>4</a:t>
            </a:r>
            <a:r>
              <a:rPr spc="-65" dirty="0"/>
              <a:t> </a:t>
            </a:r>
            <a:r>
              <a:rPr spc="105" dirty="0"/>
              <a:t>options</a:t>
            </a:r>
            <a:r>
              <a:rPr spc="-60" dirty="0"/>
              <a:t> </a:t>
            </a:r>
            <a:r>
              <a:rPr spc="50" dirty="0"/>
              <a:t>in</a:t>
            </a:r>
            <a:r>
              <a:rPr spc="-40" dirty="0"/>
              <a:t> </a:t>
            </a:r>
            <a:r>
              <a:rPr dirty="0"/>
              <a:t>the</a:t>
            </a:r>
            <a:r>
              <a:rPr spc="-65" dirty="0"/>
              <a:t> </a:t>
            </a:r>
            <a:r>
              <a:rPr spc="65" dirty="0"/>
              <a:t>form</a:t>
            </a:r>
            <a:r>
              <a:rPr spc="-65" dirty="0"/>
              <a:t> </a:t>
            </a:r>
            <a:r>
              <a:rPr dirty="0"/>
              <a:t>of</a:t>
            </a:r>
            <a:r>
              <a:rPr spc="195" dirty="0"/>
              <a:t> </a:t>
            </a:r>
            <a:r>
              <a:rPr spc="130" dirty="0"/>
              <a:t>anchor</a:t>
            </a:r>
            <a:r>
              <a:rPr spc="-70" dirty="0"/>
              <a:t> </a:t>
            </a:r>
            <a:r>
              <a:rPr spc="114" dirty="0"/>
              <a:t>tags</a:t>
            </a:r>
          </a:p>
          <a:p>
            <a:pPr marL="766445" marR="749300">
              <a:lnSpc>
                <a:spcPct val="187200"/>
              </a:lnSpc>
              <a:spcBef>
                <a:spcPts val="10"/>
              </a:spcBef>
            </a:pPr>
            <a:r>
              <a:rPr spc="100" dirty="0"/>
              <a:t>inside</a:t>
            </a:r>
            <a:r>
              <a:rPr spc="-35" dirty="0"/>
              <a:t> </a:t>
            </a:r>
            <a:r>
              <a:rPr dirty="0"/>
              <a:t>list</a:t>
            </a:r>
            <a:r>
              <a:rPr spc="-50" dirty="0"/>
              <a:t> </a:t>
            </a:r>
            <a:r>
              <a:rPr dirty="0"/>
              <a:t>items.</a:t>
            </a:r>
            <a:r>
              <a:rPr spc="-50" dirty="0"/>
              <a:t> </a:t>
            </a:r>
            <a:r>
              <a:rPr spc="70" dirty="0"/>
              <a:t>Now,</a:t>
            </a:r>
            <a:r>
              <a:rPr spc="-25" dirty="0"/>
              <a:t> </a:t>
            </a:r>
            <a:r>
              <a:rPr spc="165" dirty="0"/>
              <a:t>use</a:t>
            </a:r>
            <a:r>
              <a:rPr spc="-50" dirty="0"/>
              <a:t> </a:t>
            </a:r>
            <a:r>
              <a:rPr spc="45" dirty="0"/>
              <a:t>flexbox</a:t>
            </a:r>
            <a:r>
              <a:rPr spc="-40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spc="105" dirty="0"/>
              <a:t>place</a:t>
            </a:r>
            <a:r>
              <a:rPr spc="-50" dirty="0"/>
              <a:t> </a:t>
            </a:r>
            <a:r>
              <a:rPr spc="70" dirty="0"/>
              <a:t>them</a:t>
            </a:r>
            <a:r>
              <a:rPr spc="-55" dirty="0"/>
              <a:t> </a:t>
            </a:r>
            <a:r>
              <a:rPr spc="-25" dirty="0"/>
              <a:t>all </a:t>
            </a:r>
            <a:r>
              <a:rPr spc="170" dirty="0"/>
              <a:t>spaced</a:t>
            </a:r>
            <a:r>
              <a:rPr spc="-95" dirty="0"/>
              <a:t> </a:t>
            </a:r>
            <a:r>
              <a:rPr spc="75" dirty="0"/>
              <a:t>equally</a:t>
            </a:r>
            <a:r>
              <a:rPr spc="-90" dirty="0"/>
              <a:t> </a:t>
            </a:r>
            <a:r>
              <a:rPr spc="50" dirty="0"/>
              <a:t>in</a:t>
            </a:r>
            <a:r>
              <a:rPr spc="-90" dirty="0"/>
              <a:t> </a:t>
            </a:r>
            <a:r>
              <a:rPr spc="140" dirty="0"/>
              <a:t>a</a:t>
            </a:r>
            <a:r>
              <a:rPr spc="-95" dirty="0"/>
              <a:t> </a:t>
            </a:r>
            <a:r>
              <a:rPr spc="110" dirty="0"/>
              <a:t>single</a:t>
            </a:r>
            <a:r>
              <a:rPr spc="-90" dirty="0"/>
              <a:t> </a:t>
            </a:r>
            <a:r>
              <a:rPr spc="-10" dirty="0"/>
              <a:t>line.</a:t>
            </a:r>
          </a:p>
          <a:p>
            <a:pPr marL="12700">
              <a:lnSpc>
                <a:spcPct val="100000"/>
              </a:lnSpc>
              <a:spcBef>
                <a:spcPts val="2050"/>
              </a:spcBef>
            </a:pPr>
            <a:r>
              <a:rPr spc="155" dirty="0"/>
              <a:t>Qs-</a:t>
            </a:r>
            <a:r>
              <a:rPr dirty="0"/>
              <a:t>2:</a:t>
            </a:r>
            <a:r>
              <a:rPr spc="-80" dirty="0"/>
              <a:t> </a:t>
            </a:r>
            <a:r>
              <a:rPr spc="204" dirty="0"/>
              <a:t>Use</a:t>
            </a:r>
            <a:r>
              <a:rPr spc="-65" dirty="0"/>
              <a:t> </a:t>
            </a:r>
            <a:r>
              <a:rPr spc="45" dirty="0"/>
              <a:t>flexbox</a:t>
            </a:r>
            <a:r>
              <a:rPr spc="-90" dirty="0"/>
              <a:t> </a:t>
            </a:r>
            <a:r>
              <a:rPr dirty="0"/>
              <a:t>to</a:t>
            </a:r>
            <a:r>
              <a:rPr spc="-65" dirty="0"/>
              <a:t> </a:t>
            </a:r>
            <a:r>
              <a:rPr spc="90" dirty="0"/>
              <a:t>center</a:t>
            </a:r>
            <a:r>
              <a:rPr spc="-65" dirty="0"/>
              <a:t> </a:t>
            </a:r>
            <a:r>
              <a:rPr spc="120" dirty="0"/>
              <a:t>one</a:t>
            </a:r>
            <a:r>
              <a:rPr spc="-85" dirty="0"/>
              <a:t> </a:t>
            </a:r>
            <a:r>
              <a:rPr spc="75" dirty="0"/>
              <a:t>div</a:t>
            </a:r>
            <a:r>
              <a:rPr spc="-80" dirty="0"/>
              <a:t> </a:t>
            </a:r>
            <a:r>
              <a:rPr spc="100" dirty="0"/>
              <a:t>inside</a:t>
            </a:r>
            <a:r>
              <a:rPr spc="-80" dirty="0"/>
              <a:t> </a:t>
            </a:r>
            <a:r>
              <a:rPr spc="90" dirty="0"/>
              <a:t>another</a:t>
            </a:r>
            <a:r>
              <a:rPr spc="-70" dirty="0"/>
              <a:t> </a:t>
            </a:r>
            <a:r>
              <a:rPr spc="-20" dirty="0"/>
              <a:t>div.</a:t>
            </a:r>
          </a:p>
          <a:p>
            <a:pPr marL="12700">
              <a:lnSpc>
                <a:spcPct val="100000"/>
              </a:lnSpc>
              <a:spcBef>
                <a:spcPts val="2055"/>
              </a:spcBef>
            </a:pPr>
            <a:r>
              <a:rPr spc="155" dirty="0"/>
              <a:t>Qs-</a:t>
            </a:r>
            <a:r>
              <a:rPr dirty="0"/>
              <a:t>3:</a:t>
            </a:r>
            <a:r>
              <a:rPr spc="-95" dirty="0"/>
              <a:t> </a:t>
            </a:r>
            <a:r>
              <a:rPr spc="114" dirty="0"/>
              <a:t>Which</a:t>
            </a:r>
            <a:r>
              <a:rPr spc="-95" dirty="0"/>
              <a:t> </a:t>
            </a:r>
            <a:r>
              <a:rPr spc="180" dirty="0"/>
              <a:t>has</a:t>
            </a:r>
            <a:r>
              <a:rPr spc="-95" dirty="0"/>
              <a:t> </a:t>
            </a:r>
            <a:r>
              <a:rPr spc="114" dirty="0"/>
              <a:t>higher</a:t>
            </a:r>
            <a:r>
              <a:rPr spc="-80" dirty="0"/>
              <a:t> </a:t>
            </a:r>
            <a:r>
              <a:rPr spc="55" dirty="0"/>
              <a:t>priority</a:t>
            </a:r>
            <a:r>
              <a:rPr spc="-110" dirty="0"/>
              <a:t> </a:t>
            </a:r>
            <a:r>
              <a:rPr dirty="0"/>
              <a:t>-</a:t>
            </a:r>
            <a:r>
              <a:rPr spc="-75" dirty="0"/>
              <a:t> </a:t>
            </a:r>
            <a:r>
              <a:rPr spc="65" dirty="0"/>
              <a:t>align-</a:t>
            </a:r>
            <a:r>
              <a:rPr spc="80" dirty="0"/>
              <a:t>items</a:t>
            </a:r>
            <a:r>
              <a:rPr spc="-90" dirty="0"/>
              <a:t> </a:t>
            </a:r>
            <a:r>
              <a:rPr spc="120" dirty="0"/>
              <a:t>or</a:t>
            </a:r>
            <a:r>
              <a:rPr spc="-100" dirty="0"/>
              <a:t> </a:t>
            </a:r>
            <a:r>
              <a:rPr spc="65" dirty="0"/>
              <a:t>align-</a:t>
            </a:r>
            <a:r>
              <a:rPr spc="135" dirty="0"/>
              <a:t>self?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2528" y="1386367"/>
            <a:ext cx="3637279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250" dirty="0"/>
              <a:t>Media</a:t>
            </a:r>
            <a:r>
              <a:rPr spc="-80" dirty="0"/>
              <a:t> </a:t>
            </a:r>
            <a:r>
              <a:rPr spc="190" dirty="0"/>
              <a:t>Queries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2590" y="2143730"/>
            <a:ext cx="4060190" cy="41554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spc="100" dirty="0">
                <a:latin typeface="Trebuchet MS"/>
                <a:cs typeface="Trebuchet MS"/>
              </a:rPr>
              <a:t>Help</a:t>
            </a:r>
            <a:r>
              <a:rPr sz="1950" spc="-70" dirty="0">
                <a:latin typeface="Trebuchet MS"/>
                <a:cs typeface="Trebuchet MS"/>
              </a:rPr>
              <a:t> </a:t>
            </a:r>
            <a:r>
              <a:rPr sz="1950" spc="75" dirty="0">
                <a:latin typeface="Trebuchet MS"/>
                <a:cs typeface="Trebuchet MS"/>
              </a:rPr>
              <a:t>create</a:t>
            </a:r>
            <a:r>
              <a:rPr sz="1950" spc="-70" dirty="0">
                <a:latin typeface="Trebuchet MS"/>
                <a:cs typeface="Trebuchet MS"/>
              </a:rPr>
              <a:t> </a:t>
            </a:r>
            <a:r>
              <a:rPr sz="1950" spc="140" dirty="0">
                <a:latin typeface="Trebuchet MS"/>
                <a:cs typeface="Trebuchet MS"/>
              </a:rPr>
              <a:t>a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125" dirty="0">
                <a:solidFill>
                  <a:srgbClr val="00AFEF"/>
                </a:solidFill>
                <a:latin typeface="Trebuchet MS"/>
                <a:cs typeface="Trebuchet MS"/>
              </a:rPr>
              <a:t>responsive</a:t>
            </a:r>
            <a:r>
              <a:rPr sz="1950" spc="-70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1950" spc="75" dirty="0">
                <a:latin typeface="Trebuchet MS"/>
                <a:cs typeface="Trebuchet MS"/>
              </a:rPr>
              <a:t>website</a:t>
            </a:r>
            <a:endParaRPr sz="1950">
              <a:latin typeface="Trebuchet MS"/>
              <a:cs typeface="Trebuchet MS"/>
            </a:endParaRPr>
          </a:p>
          <a:p>
            <a:pPr marL="125095">
              <a:lnSpc>
                <a:spcPct val="100000"/>
              </a:lnSpc>
              <a:spcBef>
                <a:spcPts val="2085"/>
              </a:spcBef>
            </a:pPr>
            <a:r>
              <a:rPr sz="1650" spc="110" dirty="0">
                <a:solidFill>
                  <a:srgbClr val="00AFEF"/>
                </a:solidFill>
                <a:latin typeface="Trebuchet MS"/>
                <a:cs typeface="Trebuchet MS"/>
              </a:rPr>
              <a:t>@media</a:t>
            </a:r>
            <a:r>
              <a:rPr sz="1650" spc="60" dirty="0">
                <a:solidFill>
                  <a:srgbClr val="00AFEF"/>
                </a:solidFill>
                <a:latin typeface="Trebuchet MS"/>
                <a:cs typeface="Trebuchet MS"/>
              </a:rPr>
              <a:t>  </a:t>
            </a:r>
            <a:r>
              <a:rPr sz="1650" dirty="0">
                <a:solidFill>
                  <a:srgbClr val="00AF50"/>
                </a:solidFill>
                <a:latin typeface="Trebuchet MS"/>
                <a:cs typeface="Trebuchet MS"/>
              </a:rPr>
              <a:t>width</a:t>
            </a:r>
            <a:r>
              <a:rPr sz="1650" spc="-4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1650" spc="-90" dirty="0">
                <a:solidFill>
                  <a:srgbClr val="00AF50"/>
                </a:solidFill>
                <a:latin typeface="Trebuchet MS"/>
                <a:cs typeface="Trebuchet MS"/>
              </a:rPr>
              <a:t>:</a:t>
            </a:r>
            <a:r>
              <a:rPr sz="1650" spc="-5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1650" spc="75" dirty="0">
                <a:solidFill>
                  <a:srgbClr val="00AF50"/>
                </a:solidFill>
                <a:latin typeface="Trebuchet MS"/>
                <a:cs typeface="Trebuchet MS"/>
              </a:rPr>
              <a:t>600px</a:t>
            </a:r>
            <a:endParaRPr sz="1650">
              <a:latin typeface="Trebuchet MS"/>
              <a:cs typeface="Trebuchet MS"/>
            </a:endParaRPr>
          </a:p>
          <a:p>
            <a:pPr marL="879475">
              <a:lnSpc>
                <a:spcPct val="100000"/>
              </a:lnSpc>
              <a:spcBef>
                <a:spcPts val="640"/>
              </a:spcBef>
            </a:pPr>
            <a:r>
              <a:rPr sz="1650" dirty="0">
                <a:latin typeface="Trebuchet MS"/>
                <a:cs typeface="Trebuchet MS"/>
              </a:rPr>
              <a:t>div</a:t>
            </a:r>
            <a:r>
              <a:rPr sz="1650" spc="45" dirty="0">
                <a:latin typeface="Trebuchet MS"/>
                <a:cs typeface="Trebuchet MS"/>
              </a:rPr>
              <a:t> </a:t>
            </a:r>
            <a:r>
              <a:rPr sz="1650" spc="-50" dirty="0">
                <a:latin typeface="Trebuchet MS"/>
                <a:cs typeface="Trebuchet MS"/>
              </a:rPr>
              <a:t>{</a:t>
            </a:r>
            <a:endParaRPr sz="1650">
              <a:latin typeface="Trebuchet MS"/>
              <a:cs typeface="Trebuchet MS"/>
            </a:endParaRPr>
          </a:p>
          <a:p>
            <a:pPr marL="1633855">
              <a:lnSpc>
                <a:spcPct val="100000"/>
              </a:lnSpc>
              <a:spcBef>
                <a:spcPts val="620"/>
              </a:spcBef>
            </a:pPr>
            <a:r>
              <a:rPr sz="1650" spc="80" dirty="0">
                <a:latin typeface="Trebuchet MS"/>
                <a:cs typeface="Trebuchet MS"/>
              </a:rPr>
              <a:t>background-color</a:t>
            </a:r>
            <a:r>
              <a:rPr sz="1650" spc="-95" dirty="0">
                <a:latin typeface="Trebuchet MS"/>
                <a:cs typeface="Trebuchet MS"/>
              </a:rPr>
              <a:t> </a:t>
            </a:r>
            <a:r>
              <a:rPr sz="1650" spc="-90" dirty="0">
                <a:latin typeface="Trebuchet MS"/>
                <a:cs typeface="Trebuchet MS"/>
              </a:rPr>
              <a:t>:</a:t>
            </a:r>
            <a:r>
              <a:rPr sz="1650" spc="-80" dirty="0">
                <a:latin typeface="Trebuchet MS"/>
                <a:cs typeface="Trebuchet MS"/>
              </a:rPr>
              <a:t> </a:t>
            </a:r>
            <a:r>
              <a:rPr sz="1650" spc="-20" dirty="0">
                <a:latin typeface="Trebuchet MS"/>
                <a:cs typeface="Trebuchet MS"/>
              </a:rPr>
              <a:t>red;</a:t>
            </a:r>
            <a:endParaRPr sz="1650">
              <a:latin typeface="Trebuchet MS"/>
              <a:cs typeface="Trebuchet MS"/>
            </a:endParaRPr>
          </a:p>
          <a:p>
            <a:pPr marL="1089660">
              <a:lnSpc>
                <a:spcPct val="100000"/>
              </a:lnSpc>
              <a:spcBef>
                <a:spcPts val="625"/>
              </a:spcBef>
            </a:pPr>
            <a:r>
              <a:rPr sz="1650" spc="-50" dirty="0">
                <a:latin typeface="Trebuchet MS"/>
                <a:cs typeface="Trebuchet MS"/>
              </a:rPr>
              <a:t>}</a:t>
            </a:r>
            <a:endParaRPr sz="1650">
              <a:latin typeface="Trebuchet MS"/>
              <a:cs typeface="Trebuchet MS"/>
            </a:endParaRPr>
          </a:p>
          <a:p>
            <a:pPr marL="879475">
              <a:lnSpc>
                <a:spcPct val="100000"/>
              </a:lnSpc>
              <a:spcBef>
                <a:spcPts val="625"/>
              </a:spcBef>
            </a:pPr>
            <a:r>
              <a:rPr sz="1650" spc="-50" dirty="0">
                <a:latin typeface="Trebuchet MS"/>
                <a:cs typeface="Trebuchet MS"/>
              </a:rPr>
              <a:t>}</a:t>
            </a:r>
            <a:endParaRPr sz="16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0"/>
              </a:spcBef>
            </a:pPr>
            <a:endParaRPr sz="1650">
              <a:latin typeface="Trebuchet MS"/>
              <a:cs typeface="Trebuchet MS"/>
            </a:endParaRPr>
          </a:p>
          <a:p>
            <a:pPr marL="879475" marR="982344" indent="-754380">
              <a:lnSpc>
                <a:spcPct val="131500"/>
              </a:lnSpc>
            </a:pPr>
            <a:r>
              <a:rPr sz="1650" spc="110" dirty="0">
                <a:solidFill>
                  <a:srgbClr val="00AFEF"/>
                </a:solidFill>
                <a:latin typeface="Trebuchet MS"/>
                <a:cs typeface="Trebuchet MS"/>
              </a:rPr>
              <a:t>@media</a:t>
            </a:r>
            <a:r>
              <a:rPr sz="1650" spc="70" dirty="0">
                <a:solidFill>
                  <a:srgbClr val="00AFEF"/>
                </a:solidFill>
                <a:latin typeface="Trebuchet MS"/>
                <a:cs typeface="Trebuchet MS"/>
              </a:rPr>
              <a:t>  </a:t>
            </a:r>
            <a:r>
              <a:rPr sz="1650" dirty="0">
                <a:solidFill>
                  <a:srgbClr val="00AF50"/>
                </a:solidFill>
                <a:latin typeface="Trebuchet MS"/>
                <a:cs typeface="Trebuchet MS"/>
              </a:rPr>
              <a:t>min-width</a:t>
            </a:r>
            <a:r>
              <a:rPr sz="1650" spc="-5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1650" spc="-90" dirty="0">
                <a:solidFill>
                  <a:srgbClr val="00AF50"/>
                </a:solidFill>
                <a:latin typeface="Trebuchet MS"/>
                <a:cs typeface="Trebuchet MS"/>
              </a:rPr>
              <a:t>:</a:t>
            </a:r>
            <a:r>
              <a:rPr sz="1650" spc="-3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1650" spc="75" dirty="0">
                <a:solidFill>
                  <a:srgbClr val="00AF50"/>
                </a:solidFill>
                <a:latin typeface="Trebuchet MS"/>
                <a:cs typeface="Trebuchet MS"/>
              </a:rPr>
              <a:t>600px</a:t>
            </a:r>
            <a:r>
              <a:rPr sz="1650" spc="75" dirty="0">
                <a:solidFill>
                  <a:srgbClr val="FFFFFF"/>
                </a:solidFill>
                <a:latin typeface="Trebuchet MS"/>
                <a:cs typeface="Trebuchet MS"/>
              </a:rPr>
              <a:t>)</a:t>
            </a:r>
            <a:r>
              <a:rPr sz="1650" spc="-50" dirty="0">
                <a:solidFill>
                  <a:srgbClr val="FFFFFF"/>
                </a:solidFill>
                <a:latin typeface="Trebuchet MS"/>
                <a:cs typeface="Trebuchet MS"/>
              </a:rPr>
              <a:t> { </a:t>
            </a:r>
            <a:r>
              <a:rPr sz="1650" dirty="0">
                <a:latin typeface="Trebuchet MS"/>
                <a:cs typeface="Trebuchet MS"/>
              </a:rPr>
              <a:t>div</a:t>
            </a:r>
            <a:r>
              <a:rPr sz="1650" spc="45" dirty="0">
                <a:latin typeface="Trebuchet MS"/>
                <a:cs typeface="Trebuchet MS"/>
              </a:rPr>
              <a:t> </a:t>
            </a:r>
            <a:r>
              <a:rPr sz="1650" spc="-50" dirty="0">
                <a:latin typeface="Trebuchet MS"/>
                <a:cs typeface="Trebuchet MS"/>
              </a:rPr>
              <a:t>{</a:t>
            </a:r>
            <a:endParaRPr sz="1650">
              <a:latin typeface="Trebuchet MS"/>
              <a:cs typeface="Trebuchet MS"/>
            </a:endParaRPr>
          </a:p>
          <a:p>
            <a:pPr marL="1633855">
              <a:lnSpc>
                <a:spcPct val="100000"/>
              </a:lnSpc>
              <a:spcBef>
                <a:spcPts val="625"/>
              </a:spcBef>
            </a:pPr>
            <a:r>
              <a:rPr sz="1650" spc="80" dirty="0">
                <a:latin typeface="Trebuchet MS"/>
                <a:cs typeface="Trebuchet MS"/>
              </a:rPr>
              <a:t>background-color</a:t>
            </a:r>
            <a:r>
              <a:rPr sz="1650" spc="-95" dirty="0">
                <a:latin typeface="Trebuchet MS"/>
                <a:cs typeface="Trebuchet MS"/>
              </a:rPr>
              <a:t> </a:t>
            </a:r>
            <a:r>
              <a:rPr sz="1650" spc="-90" dirty="0">
                <a:latin typeface="Trebuchet MS"/>
                <a:cs typeface="Trebuchet MS"/>
              </a:rPr>
              <a:t>:</a:t>
            </a:r>
            <a:r>
              <a:rPr sz="1650" spc="-80" dirty="0">
                <a:latin typeface="Trebuchet MS"/>
                <a:cs typeface="Trebuchet MS"/>
              </a:rPr>
              <a:t> </a:t>
            </a:r>
            <a:r>
              <a:rPr sz="1650" spc="-20" dirty="0">
                <a:latin typeface="Trebuchet MS"/>
                <a:cs typeface="Trebuchet MS"/>
              </a:rPr>
              <a:t>red;</a:t>
            </a:r>
            <a:endParaRPr sz="1650">
              <a:latin typeface="Trebuchet MS"/>
              <a:cs typeface="Trebuchet MS"/>
            </a:endParaRPr>
          </a:p>
          <a:p>
            <a:pPr marL="1141730">
              <a:lnSpc>
                <a:spcPct val="100000"/>
              </a:lnSpc>
              <a:spcBef>
                <a:spcPts val="635"/>
              </a:spcBef>
            </a:pPr>
            <a:r>
              <a:rPr sz="1650" spc="-50" dirty="0">
                <a:latin typeface="Trebuchet MS"/>
                <a:cs typeface="Trebuchet MS"/>
              </a:rPr>
              <a:t>}</a:t>
            </a:r>
            <a:endParaRPr sz="1650">
              <a:latin typeface="Trebuchet MS"/>
              <a:cs typeface="Trebuchet MS"/>
            </a:endParaRPr>
          </a:p>
          <a:p>
            <a:pPr marL="984885">
              <a:lnSpc>
                <a:spcPct val="100000"/>
              </a:lnSpc>
              <a:spcBef>
                <a:spcPts val="625"/>
              </a:spcBef>
            </a:pPr>
            <a:r>
              <a:rPr sz="1650" spc="-50" dirty="0">
                <a:latin typeface="Trebuchet MS"/>
                <a:cs typeface="Trebuchet MS"/>
              </a:rPr>
              <a:t>}</a:t>
            </a:r>
            <a:endParaRPr sz="165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250" dirty="0"/>
              <a:t>Media</a:t>
            </a:r>
            <a:r>
              <a:rPr spc="-80" dirty="0"/>
              <a:t> </a:t>
            </a:r>
            <a:r>
              <a:rPr spc="190" dirty="0"/>
              <a:t>Queries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5372" y="2549170"/>
            <a:ext cx="7239634" cy="248602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1347470" algn="l"/>
                <a:tab pos="4728845" algn="l"/>
              </a:tabLst>
            </a:pPr>
            <a:r>
              <a:rPr sz="2300" spc="160" dirty="0">
                <a:solidFill>
                  <a:srgbClr val="00AFEF"/>
                </a:solidFill>
                <a:latin typeface="Trebuchet MS"/>
                <a:cs typeface="Trebuchet MS"/>
              </a:rPr>
              <a:t>@media</a:t>
            </a:r>
            <a:r>
              <a:rPr sz="2300" dirty="0">
                <a:solidFill>
                  <a:srgbClr val="00AFEF"/>
                </a:solidFill>
                <a:latin typeface="Trebuchet MS"/>
                <a:cs typeface="Trebuchet MS"/>
              </a:rPr>
              <a:t>	</a:t>
            </a:r>
            <a:r>
              <a:rPr sz="2300" dirty="0">
                <a:solidFill>
                  <a:srgbClr val="00AF50"/>
                </a:solidFill>
                <a:latin typeface="Trebuchet MS"/>
                <a:cs typeface="Trebuchet MS"/>
              </a:rPr>
              <a:t>min-</a:t>
            </a:r>
            <a:r>
              <a:rPr sz="2300" spc="60" dirty="0">
                <a:solidFill>
                  <a:srgbClr val="00AF50"/>
                </a:solidFill>
                <a:latin typeface="Trebuchet MS"/>
                <a:cs typeface="Trebuchet MS"/>
              </a:rPr>
              <a:t>width</a:t>
            </a:r>
            <a:r>
              <a:rPr sz="2300" spc="-12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300" spc="-135" dirty="0">
                <a:solidFill>
                  <a:srgbClr val="00AF50"/>
                </a:solidFill>
                <a:latin typeface="Trebuchet MS"/>
                <a:cs typeface="Trebuchet MS"/>
              </a:rPr>
              <a:t>:</a:t>
            </a:r>
            <a:r>
              <a:rPr sz="2300" spc="-7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300" spc="114" dirty="0">
                <a:solidFill>
                  <a:srgbClr val="00AF50"/>
                </a:solidFill>
                <a:latin typeface="Trebuchet MS"/>
                <a:cs typeface="Trebuchet MS"/>
              </a:rPr>
              <a:t>200px</a:t>
            </a:r>
            <a:r>
              <a:rPr sz="2300" spc="114" dirty="0">
                <a:solidFill>
                  <a:srgbClr val="FFFFFF"/>
                </a:solidFill>
                <a:latin typeface="Trebuchet MS"/>
                <a:cs typeface="Trebuchet MS"/>
              </a:rPr>
              <a:t>)</a:t>
            </a:r>
            <a:r>
              <a:rPr sz="230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300" spc="120" dirty="0">
                <a:solidFill>
                  <a:srgbClr val="D47205"/>
                </a:solidFill>
                <a:latin typeface="Trebuchet MS"/>
                <a:cs typeface="Trebuchet MS"/>
              </a:rPr>
              <a:t>and</a:t>
            </a:r>
            <a:r>
              <a:rPr sz="2300" dirty="0">
                <a:solidFill>
                  <a:srgbClr val="D47205"/>
                </a:solidFill>
                <a:latin typeface="Trebuchet MS"/>
                <a:cs typeface="Trebuchet MS"/>
              </a:rPr>
              <a:t>	</a:t>
            </a:r>
            <a:r>
              <a:rPr sz="2300" dirty="0">
                <a:solidFill>
                  <a:srgbClr val="00AF50"/>
                </a:solidFill>
                <a:latin typeface="Trebuchet MS"/>
                <a:cs typeface="Trebuchet MS"/>
              </a:rPr>
              <a:t>min-</a:t>
            </a:r>
            <a:r>
              <a:rPr sz="2300" spc="60" dirty="0">
                <a:solidFill>
                  <a:srgbClr val="00AF50"/>
                </a:solidFill>
                <a:latin typeface="Trebuchet MS"/>
                <a:cs typeface="Trebuchet MS"/>
              </a:rPr>
              <a:t>width</a:t>
            </a:r>
            <a:r>
              <a:rPr sz="2300" spc="-7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300" spc="-135" dirty="0">
                <a:solidFill>
                  <a:srgbClr val="00AF50"/>
                </a:solidFill>
                <a:latin typeface="Trebuchet MS"/>
                <a:cs typeface="Trebuchet MS"/>
              </a:rPr>
              <a:t>:</a:t>
            </a:r>
            <a:r>
              <a:rPr sz="2300" spc="-6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300" spc="130" dirty="0">
                <a:solidFill>
                  <a:srgbClr val="00AF50"/>
                </a:solidFill>
                <a:latin typeface="Trebuchet MS"/>
                <a:cs typeface="Trebuchet MS"/>
              </a:rPr>
              <a:t>300px</a:t>
            </a: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05"/>
              </a:spcBef>
            </a:pPr>
            <a:endParaRPr sz="2300">
              <a:latin typeface="Trebuchet MS"/>
              <a:cs typeface="Trebuchet MS"/>
            </a:endParaRPr>
          </a:p>
          <a:p>
            <a:pPr marL="767080">
              <a:lnSpc>
                <a:spcPct val="100000"/>
              </a:lnSpc>
            </a:pPr>
            <a:r>
              <a:rPr sz="2300" spc="85" dirty="0">
                <a:latin typeface="Trebuchet MS"/>
                <a:cs typeface="Trebuchet MS"/>
              </a:rPr>
              <a:t>div</a:t>
            </a:r>
            <a:r>
              <a:rPr sz="2300" spc="-145" dirty="0">
                <a:latin typeface="Trebuchet MS"/>
                <a:cs typeface="Trebuchet MS"/>
              </a:rPr>
              <a:t> </a:t>
            </a:r>
            <a:r>
              <a:rPr sz="2300" spc="-50" dirty="0">
                <a:latin typeface="Trebuchet MS"/>
                <a:cs typeface="Trebuchet MS"/>
              </a:rPr>
              <a:t>{</a:t>
            </a:r>
            <a:endParaRPr sz="2300">
              <a:latin typeface="Trebuchet MS"/>
              <a:cs typeface="Trebuchet MS"/>
            </a:endParaRPr>
          </a:p>
          <a:p>
            <a:pPr marL="2275840">
              <a:lnSpc>
                <a:spcPct val="100000"/>
              </a:lnSpc>
              <a:spcBef>
                <a:spcPts val="565"/>
              </a:spcBef>
            </a:pPr>
            <a:r>
              <a:rPr sz="2300" spc="110" dirty="0">
                <a:latin typeface="Trebuchet MS"/>
                <a:cs typeface="Trebuchet MS"/>
              </a:rPr>
              <a:t>background-</a:t>
            </a:r>
            <a:r>
              <a:rPr sz="2300" spc="114" dirty="0">
                <a:latin typeface="Trebuchet MS"/>
                <a:cs typeface="Trebuchet MS"/>
              </a:rPr>
              <a:t>color</a:t>
            </a:r>
            <a:r>
              <a:rPr sz="2300" spc="-140" dirty="0">
                <a:latin typeface="Trebuchet MS"/>
                <a:cs typeface="Trebuchet MS"/>
              </a:rPr>
              <a:t> </a:t>
            </a:r>
            <a:r>
              <a:rPr sz="2300" spc="-135" dirty="0">
                <a:latin typeface="Trebuchet MS"/>
                <a:cs typeface="Trebuchet MS"/>
              </a:rPr>
              <a:t>:</a:t>
            </a:r>
            <a:r>
              <a:rPr sz="2300" spc="-95" dirty="0">
                <a:latin typeface="Trebuchet MS"/>
                <a:cs typeface="Trebuchet MS"/>
              </a:rPr>
              <a:t> </a:t>
            </a:r>
            <a:r>
              <a:rPr sz="2300" spc="30" dirty="0">
                <a:latin typeface="Trebuchet MS"/>
                <a:cs typeface="Trebuchet MS"/>
              </a:rPr>
              <a:t>red;</a:t>
            </a:r>
            <a:endParaRPr sz="2300">
              <a:latin typeface="Trebuchet MS"/>
              <a:cs typeface="Trebuchet MS"/>
            </a:endParaRPr>
          </a:p>
          <a:p>
            <a:pPr marL="1061085">
              <a:lnSpc>
                <a:spcPct val="100000"/>
              </a:lnSpc>
              <a:spcBef>
                <a:spcPts val="550"/>
              </a:spcBef>
            </a:pPr>
            <a:r>
              <a:rPr sz="2300" spc="-50" dirty="0">
                <a:latin typeface="Trebuchet MS"/>
                <a:cs typeface="Trebuchet MS"/>
              </a:rPr>
              <a:t>}</a:t>
            </a:r>
            <a:endParaRPr sz="2300">
              <a:latin typeface="Trebuchet MS"/>
              <a:cs typeface="Trebuchet MS"/>
            </a:endParaRPr>
          </a:p>
          <a:p>
            <a:pPr marL="840105">
              <a:lnSpc>
                <a:spcPct val="100000"/>
              </a:lnSpc>
              <a:spcBef>
                <a:spcPts val="565"/>
              </a:spcBef>
            </a:pPr>
            <a:r>
              <a:rPr sz="2300" spc="-50" dirty="0">
                <a:latin typeface="Trebuchet MS"/>
                <a:cs typeface="Trebuchet MS"/>
              </a:rPr>
              <a:t>}</a:t>
            </a:r>
            <a:endParaRPr sz="23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315" dirty="0"/>
              <a:t>Practice</a:t>
            </a:r>
            <a:r>
              <a:rPr spc="-80" dirty="0"/>
              <a:t> </a:t>
            </a:r>
            <a:r>
              <a:rPr spc="200" dirty="0"/>
              <a:t>Set</a:t>
            </a:r>
            <a:r>
              <a:rPr spc="-55" dirty="0"/>
              <a:t> </a:t>
            </a:r>
            <a:r>
              <a:rPr spc="85" dirty="0"/>
              <a:t>7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447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40" dirty="0"/>
              <a:t>Qs:</a:t>
            </a:r>
            <a:r>
              <a:rPr spc="-70" dirty="0"/>
              <a:t> </a:t>
            </a:r>
            <a:r>
              <a:rPr spc="175" dirty="0"/>
              <a:t>Add</a:t>
            </a:r>
            <a:r>
              <a:rPr spc="-70" dirty="0"/>
              <a:t> </a:t>
            </a:r>
            <a:r>
              <a:rPr spc="140" dirty="0"/>
              <a:t>a</a:t>
            </a:r>
            <a:r>
              <a:rPr spc="-90" dirty="0"/>
              <a:t> </a:t>
            </a:r>
            <a:r>
              <a:rPr spc="95" dirty="0"/>
              <a:t>media</a:t>
            </a:r>
            <a:r>
              <a:rPr spc="-70" dirty="0"/>
              <a:t> </a:t>
            </a:r>
            <a:r>
              <a:rPr spc="110" dirty="0"/>
              <a:t>query</a:t>
            </a:r>
            <a:r>
              <a:rPr spc="-85" dirty="0"/>
              <a:t> </a:t>
            </a:r>
            <a:r>
              <a:rPr dirty="0"/>
              <a:t>to</a:t>
            </a:r>
            <a:r>
              <a:rPr spc="-70" dirty="0"/>
              <a:t> </a:t>
            </a:r>
            <a:r>
              <a:rPr spc="65" dirty="0"/>
              <a:t>implement</a:t>
            </a:r>
            <a:r>
              <a:rPr spc="-95" dirty="0"/>
              <a:t> </a:t>
            </a:r>
            <a:r>
              <a:rPr spc="50" dirty="0"/>
              <a:t>the</a:t>
            </a:r>
            <a:r>
              <a:rPr spc="-70" dirty="0"/>
              <a:t> </a:t>
            </a:r>
            <a:r>
              <a:rPr spc="40" dirty="0"/>
              <a:t>following:</a:t>
            </a: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pc="40" dirty="0"/>
          </a:p>
          <a:p>
            <a:pPr marL="577215" indent="-186690">
              <a:lnSpc>
                <a:spcPct val="100000"/>
              </a:lnSpc>
              <a:buFont typeface="Arial"/>
              <a:buChar char="•"/>
              <a:tabLst>
                <a:tab pos="577215" algn="l"/>
              </a:tabLst>
            </a:pPr>
            <a:r>
              <a:rPr sz="1800" dirty="0"/>
              <a:t>the</a:t>
            </a:r>
            <a:r>
              <a:rPr sz="1800" spc="-50" dirty="0"/>
              <a:t> </a:t>
            </a:r>
            <a:r>
              <a:rPr sz="1800" spc="95" dirty="0"/>
              <a:t>color</a:t>
            </a:r>
            <a:r>
              <a:rPr sz="1800" spc="-35" dirty="0"/>
              <a:t> </a:t>
            </a:r>
            <a:r>
              <a:rPr sz="1800" dirty="0"/>
              <a:t>of</a:t>
            </a:r>
            <a:r>
              <a:rPr sz="1800" spc="165" dirty="0"/>
              <a:t> </a:t>
            </a:r>
            <a:r>
              <a:rPr sz="1800" spc="120" dirty="0"/>
              <a:t>a</a:t>
            </a:r>
            <a:r>
              <a:rPr sz="1800" spc="-50" dirty="0"/>
              <a:t> </a:t>
            </a:r>
            <a:r>
              <a:rPr sz="1800" spc="65" dirty="0"/>
              <a:t>div</a:t>
            </a:r>
            <a:r>
              <a:rPr sz="1800" spc="-60" dirty="0"/>
              <a:t> </a:t>
            </a:r>
            <a:r>
              <a:rPr sz="1800" spc="135" dirty="0"/>
              <a:t>changes</a:t>
            </a:r>
            <a:r>
              <a:rPr sz="1800" spc="-45" dirty="0"/>
              <a:t> </a:t>
            </a:r>
            <a:r>
              <a:rPr sz="1800" dirty="0"/>
              <a:t>to</a:t>
            </a:r>
            <a:r>
              <a:rPr sz="1800" spc="-70" dirty="0"/>
              <a:t> </a:t>
            </a:r>
            <a:r>
              <a:rPr sz="1800" spc="100" dirty="0"/>
              <a:t>green</a:t>
            </a:r>
            <a:r>
              <a:rPr sz="1800" spc="-30" dirty="0"/>
              <a:t> </a:t>
            </a:r>
            <a:r>
              <a:rPr sz="1800" dirty="0"/>
              <a:t>for</a:t>
            </a:r>
            <a:r>
              <a:rPr sz="1800" spc="-60" dirty="0"/>
              <a:t> </a:t>
            </a:r>
            <a:r>
              <a:rPr sz="1800" spc="65" dirty="0"/>
              <a:t>viewport</a:t>
            </a:r>
            <a:r>
              <a:rPr sz="1800" spc="-45" dirty="0"/>
              <a:t> </a:t>
            </a:r>
            <a:r>
              <a:rPr sz="1800" spc="50" dirty="0"/>
              <a:t>width</a:t>
            </a:r>
            <a:r>
              <a:rPr sz="1800" spc="-50" dirty="0"/>
              <a:t> </a:t>
            </a:r>
            <a:r>
              <a:rPr sz="1800" spc="135" dirty="0"/>
              <a:t>less</a:t>
            </a:r>
            <a:r>
              <a:rPr sz="1800" spc="-60" dirty="0"/>
              <a:t> </a:t>
            </a:r>
            <a:r>
              <a:rPr sz="1800" spc="55" dirty="0"/>
              <a:t>than</a:t>
            </a:r>
            <a:r>
              <a:rPr sz="1800" spc="-50" dirty="0"/>
              <a:t> </a:t>
            </a:r>
            <a:r>
              <a:rPr sz="1800" spc="60" dirty="0"/>
              <a:t>300px.</a:t>
            </a:r>
            <a:endParaRPr sz="1800" dirty="0"/>
          </a:p>
          <a:p>
            <a:pPr>
              <a:lnSpc>
                <a:spcPct val="100000"/>
              </a:lnSpc>
              <a:spcBef>
                <a:spcPts val="515"/>
              </a:spcBef>
              <a:buFont typeface="Arial"/>
              <a:buChar char="•"/>
            </a:pPr>
            <a:endParaRPr sz="1800" dirty="0"/>
          </a:p>
          <a:p>
            <a:pPr marL="577215" indent="-186690">
              <a:lnSpc>
                <a:spcPct val="100000"/>
              </a:lnSpc>
              <a:buFont typeface="Arial"/>
              <a:buChar char="•"/>
              <a:tabLst>
                <a:tab pos="577215" algn="l"/>
              </a:tabLst>
            </a:pPr>
            <a:r>
              <a:rPr sz="1800" dirty="0"/>
              <a:t>the</a:t>
            </a:r>
            <a:r>
              <a:rPr sz="1800" spc="-35" dirty="0"/>
              <a:t> </a:t>
            </a:r>
            <a:r>
              <a:rPr sz="1800" spc="95" dirty="0"/>
              <a:t>color</a:t>
            </a:r>
            <a:r>
              <a:rPr sz="1800" spc="-15" dirty="0"/>
              <a:t> </a:t>
            </a:r>
            <a:r>
              <a:rPr sz="1800" dirty="0"/>
              <a:t>of</a:t>
            </a:r>
            <a:r>
              <a:rPr sz="1800" spc="190" dirty="0"/>
              <a:t> </a:t>
            </a:r>
            <a:r>
              <a:rPr sz="1800" spc="120" dirty="0"/>
              <a:t>a</a:t>
            </a:r>
            <a:r>
              <a:rPr sz="1800" spc="-30" dirty="0"/>
              <a:t> </a:t>
            </a:r>
            <a:r>
              <a:rPr sz="1800" spc="65" dirty="0"/>
              <a:t>div</a:t>
            </a:r>
            <a:r>
              <a:rPr sz="1800" spc="-45" dirty="0"/>
              <a:t> </a:t>
            </a:r>
            <a:r>
              <a:rPr sz="1800" spc="135" dirty="0"/>
              <a:t>changes</a:t>
            </a:r>
            <a:r>
              <a:rPr sz="1800" spc="-25" dirty="0"/>
              <a:t> </a:t>
            </a:r>
            <a:r>
              <a:rPr sz="1800" dirty="0"/>
              <a:t>to</a:t>
            </a:r>
            <a:r>
              <a:rPr sz="1800" spc="-55" dirty="0"/>
              <a:t> </a:t>
            </a:r>
            <a:r>
              <a:rPr sz="1800" spc="75" dirty="0"/>
              <a:t>pink</a:t>
            </a:r>
            <a:r>
              <a:rPr sz="1800" spc="-30" dirty="0"/>
              <a:t> </a:t>
            </a:r>
            <a:r>
              <a:rPr sz="1800" dirty="0"/>
              <a:t>for</a:t>
            </a:r>
            <a:r>
              <a:rPr sz="1800" spc="-15" dirty="0"/>
              <a:t> </a:t>
            </a:r>
            <a:r>
              <a:rPr sz="1800" dirty="0"/>
              <a:t>width</a:t>
            </a:r>
            <a:r>
              <a:rPr sz="1800" spc="-35" dirty="0"/>
              <a:t> </a:t>
            </a:r>
            <a:r>
              <a:rPr sz="1800" spc="70" dirty="0"/>
              <a:t>between</a:t>
            </a:r>
            <a:r>
              <a:rPr sz="1800" spc="-30" dirty="0"/>
              <a:t> </a:t>
            </a:r>
            <a:r>
              <a:rPr sz="1800" spc="105" dirty="0"/>
              <a:t>300px</a:t>
            </a:r>
            <a:r>
              <a:rPr sz="1800" spc="-20" dirty="0"/>
              <a:t> </a:t>
            </a:r>
            <a:r>
              <a:rPr sz="1800" spc="85" dirty="0"/>
              <a:t>&amp;</a:t>
            </a:r>
            <a:r>
              <a:rPr sz="1800" spc="-25" dirty="0"/>
              <a:t> </a:t>
            </a:r>
            <a:r>
              <a:rPr sz="1800" spc="60" dirty="0"/>
              <a:t>400px.</a:t>
            </a:r>
            <a:endParaRPr sz="1800" dirty="0"/>
          </a:p>
          <a:p>
            <a:pPr>
              <a:lnSpc>
                <a:spcPct val="100000"/>
              </a:lnSpc>
              <a:spcBef>
                <a:spcPts val="515"/>
              </a:spcBef>
              <a:buFont typeface="Arial"/>
              <a:buChar char="•"/>
            </a:pPr>
            <a:endParaRPr sz="1800" dirty="0"/>
          </a:p>
          <a:p>
            <a:pPr marL="577215" indent="-186690">
              <a:lnSpc>
                <a:spcPct val="100000"/>
              </a:lnSpc>
              <a:buFont typeface="Arial"/>
              <a:buChar char="•"/>
              <a:tabLst>
                <a:tab pos="577215" algn="l"/>
              </a:tabLst>
            </a:pPr>
            <a:r>
              <a:rPr sz="1800" dirty="0"/>
              <a:t>the</a:t>
            </a:r>
            <a:r>
              <a:rPr sz="1800" spc="-55" dirty="0"/>
              <a:t> </a:t>
            </a:r>
            <a:r>
              <a:rPr sz="1800" spc="95" dirty="0"/>
              <a:t>color</a:t>
            </a:r>
            <a:r>
              <a:rPr sz="1800" spc="-35" dirty="0"/>
              <a:t> </a:t>
            </a:r>
            <a:r>
              <a:rPr sz="1800" dirty="0"/>
              <a:t>of</a:t>
            </a:r>
            <a:r>
              <a:rPr sz="1800" spc="160" dirty="0"/>
              <a:t> </a:t>
            </a:r>
            <a:r>
              <a:rPr sz="1800" spc="120" dirty="0"/>
              <a:t>a</a:t>
            </a:r>
            <a:r>
              <a:rPr sz="1800" spc="-50" dirty="0"/>
              <a:t> </a:t>
            </a:r>
            <a:r>
              <a:rPr sz="1800" spc="65" dirty="0"/>
              <a:t>div</a:t>
            </a:r>
            <a:r>
              <a:rPr sz="1800" spc="-65" dirty="0"/>
              <a:t> </a:t>
            </a:r>
            <a:r>
              <a:rPr sz="1800" spc="135" dirty="0"/>
              <a:t>changes</a:t>
            </a:r>
            <a:r>
              <a:rPr sz="1800" spc="-45" dirty="0"/>
              <a:t> </a:t>
            </a:r>
            <a:r>
              <a:rPr sz="1800" dirty="0"/>
              <a:t>to</a:t>
            </a:r>
            <a:r>
              <a:rPr sz="1800" spc="-70" dirty="0"/>
              <a:t> </a:t>
            </a:r>
            <a:r>
              <a:rPr sz="1800" spc="85" dirty="0"/>
              <a:t>red</a:t>
            </a:r>
            <a:r>
              <a:rPr sz="1800" spc="-55" dirty="0"/>
              <a:t> </a:t>
            </a:r>
            <a:r>
              <a:rPr sz="1800" dirty="0"/>
              <a:t>for</a:t>
            </a:r>
            <a:r>
              <a:rPr sz="1800" spc="-65" dirty="0"/>
              <a:t> </a:t>
            </a:r>
            <a:r>
              <a:rPr sz="1800" spc="50" dirty="0"/>
              <a:t>width</a:t>
            </a:r>
            <a:r>
              <a:rPr sz="1800" spc="-50" dirty="0"/>
              <a:t> </a:t>
            </a:r>
            <a:r>
              <a:rPr sz="1800" spc="75" dirty="0"/>
              <a:t>between</a:t>
            </a:r>
            <a:r>
              <a:rPr sz="1800" spc="-50" dirty="0"/>
              <a:t> </a:t>
            </a:r>
            <a:r>
              <a:rPr sz="1800" spc="105" dirty="0"/>
              <a:t>400px</a:t>
            </a:r>
            <a:r>
              <a:rPr sz="1800" spc="-45" dirty="0"/>
              <a:t> </a:t>
            </a:r>
            <a:r>
              <a:rPr sz="1800" spc="85" dirty="0"/>
              <a:t>&amp;</a:t>
            </a:r>
            <a:r>
              <a:rPr sz="1800" spc="-60" dirty="0"/>
              <a:t> </a:t>
            </a:r>
            <a:r>
              <a:rPr sz="1800" spc="65" dirty="0"/>
              <a:t>600px.</a:t>
            </a:r>
            <a:endParaRPr sz="1800" dirty="0"/>
          </a:p>
          <a:p>
            <a:pPr>
              <a:lnSpc>
                <a:spcPct val="100000"/>
              </a:lnSpc>
              <a:spcBef>
                <a:spcPts val="525"/>
              </a:spcBef>
              <a:buFont typeface="Arial"/>
              <a:buChar char="•"/>
            </a:pPr>
            <a:endParaRPr sz="1800" dirty="0"/>
          </a:p>
          <a:p>
            <a:pPr marL="577215" indent="-186690">
              <a:lnSpc>
                <a:spcPct val="100000"/>
              </a:lnSpc>
              <a:buFont typeface="Arial"/>
              <a:buChar char="•"/>
              <a:tabLst>
                <a:tab pos="577215" algn="l"/>
              </a:tabLst>
            </a:pPr>
            <a:r>
              <a:rPr sz="1800" dirty="0"/>
              <a:t>the</a:t>
            </a:r>
            <a:r>
              <a:rPr sz="1800" spc="-50" dirty="0"/>
              <a:t> </a:t>
            </a:r>
            <a:r>
              <a:rPr sz="1800" spc="95" dirty="0"/>
              <a:t>color</a:t>
            </a:r>
            <a:r>
              <a:rPr sz="1800" spc="-35" dirty="0"/>
              <a:t> </a:t>
            </a:r>
            <a:r>
              <a:rPr sz="1800" dirty="0"/>
              <a:t>of</a:t>
            </a:r>
            <a:r>
              <a:rPr sz="1800" spc="170" dirty="0"/>
              <a:t> </a:t>
            </a:r>
            <a:r>
              <a:rPr sz="1800" spc="120" dirty="0"/>
              <a:t>a</a:t>
            </a:r>
            <a:r>
              <a:rPr sz="1800" spc="-50" dirty="0"/>
              <a:t> </a:t>
            </a:r>
            <a:r>
              <a:rPr sz="1800" spc="65" dirty="0"/>
              <a:t>div</a:t>
            </a:r>
            <a:r>
              <a:rPr sz="1800" spc="-60" dirty="0"/>
              <a:t> </a:t>
            </a:r>
            <a:r>
              <a:rPr sz="1800" spc="135" dirty="0"/>
              <a:t>changes</a:t>
            </a:r>
            <a:r>
              <a:rPr sz="1800" spc="-40" dirty="0"/>
              <a:t> </a:t>
            </a:r>
            <a:r>
              <a:rPr sz="1800" dirty="0"/>
              <a:t>to</a:t>
            </a:r>
            <a:r>
              <a:rPr sz="1800" spc="-70" dirty="0"/>
              <a:t> </a:t>
            </a:r>
            <a:r>
              <a:rPr sz="1800" spc="55" dirty="0"/>
              <a:t>blue</a:t>
            </a:r>
            <a:r>
              <a:rPr sz="1800" spc="-30" dirty="0"/>
              <a:t> </a:t>
            </a:r>
            <a:r>
              <a:rPr sz="1800" dirty="0"/>
              <a:t>for</a:t>
            </a:r>
            <a:r>
              <a:rPr sz="1800" spc="-55" dirty="0"/>
              <a:t> </a:t>
            </a:r>
            <a:r>
              <a:rPr sz="1800" spc="50" dirty="0"/>
              <a:t>width</a:t>
            </a:r>
            <a:r>
              <a:rPr sz="1800" spc="-50" dirty="0"/>
              <a:t> </a:t>
            </a:r>
            <a:r>
              <a:rPr sz="1800" spc="95" dirty="0"/>
              <a:t>above</a:t>
            </a:r>
            <a:r>
              <a:rPr sz="1800" spc="-45" dirty="0"/>
              <a:t> </a:t>
            </a:r>
            <a:r>
              <a:rPr sz="1800" spc="65" dirty="0"/>
              <a:t>600px.</a:t>
            </a:r>
            <a:endParaRPr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066800"/>
            <a:ext cx="10058400" cy="5659120"/>
            <a:chOff x="0" y="1057655"/>
            <a:chExt cx="10058400" cy="56591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057655"/>
              <a:ext cx="10058400" cy="565861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8886" y="3048762"/>
              <a:ext cx="3140963" cy="91287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736080" y="2983992"/>
              <a:ext cx="638810" cy="915669"/>
            </a:xfrm>
            <a:custGeom>
              <a:avLst/>
              <a:gdLst/>
              <a:ahLst/>
              <a:cxnLst/>
              <a:rect l="l" t="t" r="r" b="b"/>
              <a:pathLst>
                <a:path w="638809" h="915670">
                  <a:moveTo>
                    <a:pt x="480060" y="76200"/>
                  </a:moveTo>
                  <a:lnTo>
                    <a:pt x="477012" y="76200"/>
                  </a:lnTo>
                  <a:lnTo>
                    <a:pt x="460771" y="73660"/>
                  </a:lnTo>
                  <a:lnTo>
                    <a:pt x="448818" y="66040"/>
                  </a:lnTo>
                  <a:lnTo>
                    <a:pt x="441436" y="53340"/>
                  </a:lnTo>
                  <a:lnTo>
                    <a:pt x="438912" y="38100"/>
                  </a:lnTo>
                  <a:lnTo>
                    <a:pt x="441459" y="20320"/>
                  </a:lnTo>
                  <a:lnTo>
                    <a:pt x="449008" y="8890"/>
                  </a:lnTo>
                  <a:lnTo>
                    <a:pt x="461414" y="1270"/>
                  </a:lnTo>
                  <a:lnTo>
                    <a:pt x="478536" y="0"/>
                  </a:lnTo>
                  <a:lnTo>
                    <a:pt x="491942" y="1270"/>
                  </a:lnTo>
                  <a:lnTo>
                    <a:pt x="527304" y="25400"/>
                  </a:lnTo>
                  <a:lnTo>
                    <a:pt x="547116" y="64770"/>
                  </a:lnTo>
                  <a:lnTo>
                    <a:pt x="579303" y="64770"/>
                  </a:lnTo>
                  <a:lnTo>
                    <a:pt x="580737" y="68580"/>
                  </a:lnTo>
                  <a:lnTo>
                    <a:pt x="547116" y="68580"/>
                  </a:lnTo>
                  <a:lnTo>
                    <a:pt x="548640" y="73660"/>
                  </a:lnTo>
                  <a:lnTo>
                    <a:pt x="481584" y="73660"/>
                  </a:lnTo>
                  <a:lnTo>
                    <a:pt x="480060" y="76200"/>
                  </a:lnTo>
                  <a:close/>
                </a:path>
                <a:path w="638809" h="915670">
                  <a:moveTo>
                    <a:pt x="579303" y="64770"/>
                  </a:moveTo>
                  <a:lnTo>
                    <a:pt x="547116" y="64770"/>
                  </a:lnTo>
                  <a:lnTo>
                    <a:pt x="547116" y="62230"/>
                  </a:lnTo>
                  <a:lnTo>
                    <a:pt x="544782" y="52070"/>
                  </a:lnTo>
                  <a:lnTo>
                    <a:pt x="542163" y="41910"/>
                  </a:lnTo>
                  <a:lnTo>
                    <a:pt x="538972" y="31750"/>
                  </a:lnTo>
                  <a:lnTo>
                    <a:pt x="534924" y="20320"/>
                  </a:lnTo>
                  <a:lnTo>
                    <a:pt x="557784" y="20320"/>
                  </a:lnTo>
                  <a:lnTo>
                    <a:pt x="565404" y="33020"/>
                  </a:lnTo>
                  <a:lnTo>
                    <a:pt x="574524" y="52070"/>
                  </a:lnTo>
                  <a:lnTo>
                    <a:pt x="579303" y="64770"/>
                  </a:lnTo>
                  <a:close/>
                </a:path>
                <a:path w="638809" h="915670">
                  <a:moveTo>
                    <a:pt x="472074" y="361950"/>
                  </a:moveTo>
                  <a:lnTo>
                    <a:pt x="147828" y="361950"/>
                  </a:lnTo>
                  <a:lnTo>
                    <a:pt x="147828" y="360680"/>
                  </a:lnTo>
                  <a:lnTo>
                    <a:pt x="150876" y="359410"/>
                  </a:lnTo>
                  <a:lnTo>
                    <a:pt x="153924" y="355600"/>
                  </a:lnTo>
                  <a:lnTo>
                    <a:pt x="155448" y="355600"/>
                  </a:lnTo>
                  <a:lnTo>
                    <a:pt x="155448" y="208280"/>
                  </a:lnTo>
                  <a:lnTo>
                    <a:pt x="385572" y="208280"/>
                  </a:lnTo>
                  <a:lnTo>
                    <a:pt x="457200" y="200660"/>
                  </a:lnTo>
                  <a:lnTo>
                    <a:pt x="494728" y="185420"/>
                  </a:lnTo>
                  <a:lnTo>
                    <a:pt x="524256" y="161290"/>
                  </a:lnTo>
                  <a:lnTo>
                    <a:pt x="544068" y="128270"/>
                  </a:lnTo>
                  <a:lnTo>
                    <a:pt x="550164" y="93980"/>
                  </a:lnTo>
                  <a:lnTo>
                    <a:pt x="550164" y="80010"/>
                  </a:lnTo>
                  <a:lnTo>
                    <a:pt x="548640" y="71120"/>
                  </a:lnTo>
                  <a:lnTo>
                    <a:pt x="547116" y="68580"/>
                  </a:lnTo>
                  <a:lnTo>
                    <a:pt x="580737" y="68580"/>
                  </a:lnTo>
                  <a:lnTo>
                    <a:pt x="581215" y="69850"/>
                  </a:lnTo>
                  <a:lnTo>
                    <a:pt x="585335" y="87630"/>
                  </a:lnTo>
                  <a:lnTo>
                    <a:pt x="586740" y="104140"/>
                  </a:lnTo>
                  <a:lnTo>
                    <a:pt x="583263" y="134620"/>
                  </a:lnTo>
                  <a:lnTo>
                    <a:pt x="554593" y="186690"/>
                  </a:lnTo>
                  <a:lnTo>
                    <a:pt x="498252" y="224790"/>
                  </a:lnTo>
                  <a:lnTo>
                    <a:pt x="425100" y="245110"/>
                  </a:lnTo>
                  <a:lnTo>
                    <a:pt x="382523" y="247650"/>
                  </a:lnTo>
                  <a:lnTo>
                    <a:pt x="195072" y="247650"/>
                  </a:lnTo>
                  <a:lnTo>
                    <a:pt x="195072" y="341630"/>
                  </a:lnTo>
                  <a:lnTo>
                    <a:pt x="435932" y="341630"/>
                  </a:lnTo>
                  <a:lnTo>
                    <a:pt x="458176" y="351790"/>
                  </a:lnTo>
                  <a:lnTo>
                    <a:pt x="472074" y="361950"/>
                  </a:lnTo>
                  <a:close/>
                </a:path>
                <a:path w="638809" h="915670">
                  <a:moveTo>
                    <a:pt x="123443" y="487680"/>
                  </a:moveTo>
                  <a:lnTo>
                    <a:pt x="71628" y="459740"/>
                  </a:lnTo>
                  <a:lnTo>
                    <a:pt x="71628" y="88900"/>
                  </a:lnTo>
                  <a:lnTo>
                    <a:pt x="429625" y="88900"/>
                  </a:lnTo>
                  <a:lnTo>
                    <a:pt x="449961" y="87630"/>
                  </a:lnTo>
                  <a:lnTo>
                    <a:pt x="465153" y="85090"/>
                  </a:lnTo>
                  <a:lnTo>
                    <a:pt x="475488" y="81280"/>
                  </a:lnTo>
                  <a:lnTo>
                    <a:pt x="480060" y="80010"/>
                  </a:lnTo>
                  <a:lnTo>
                    <a:pt x="483108" y="78740"/>
                  </a:lnTo>
                  <a:lnTo>
                    <a:pt x="487680" y="73660"/>
                  </a:lnTo>
                  <a:lnTo>
                    <a:pt x="548640" y="73660"/>
                  </a:lnTo>
                  <a:lnTo>
                    <a:pt x="548640" y="81280"/>
                  </a:lnTo>
                  <a:lnTo>
                    <a:pt x="545234" y="110490"/>
                  </a:lnTo>
                  <a:lnTo>
                    <a:pt x="518421" y="156210"/>
                  </a:lnTo>
                  <a:lnTo>
                    <a:pt x="465320" y="185420"/>
                  </a:lnTo>
                  <a:lnTo>
                    <a:pt x="428053" y="194310"/>
                  </a:lnTo>
                  <a:lnTo>
                    <a:pt x="383643" y="200660"/>
                  </a:lnTo>
                  <a:lnTo>
                    <a:pt x="332232" y="201930"/>
                  </a:lnTo>
                  <a:lnTo>
                    <a:pt x="147828" y="201930"/>
                  </a:lnTo>
                  <a:lnTo>
                    <a:pt x="147828" y="361950"/>
                  </a:lnTo>
                  <a:lnTo>
                    <a:pt x="472074" y="361950"/>
                  </a:lnTo>
                  <a:lnTo>
                    <a:pt x="499872" y="382270"/>
                  </a:lnTo>
                  <a:lnTo>
                    <a:pt x="504444" y="384810"/>
                  </a:lnTo>
                  <a:lnTo>
                    <a:pt x="527658" y="384810"/>
                  </a:lnTo>
                  <a:lnTo>
                    <a:pt x="529768" y="386080"/>
                  </a:lnTo>
                  <a:lnTo>
                    <a:pt x="288035" y="386080"/>
                  </a:lnTo>
                  <a:lnTo>
                    <a:pt x="241744" y="392430"/>
                  </a:lnTo>
                  <a:lnTo>
                    <a:pt x="198882" y="411480"/>
                  </a:lnTo>
                  <a:lnTo>
                    <a:pt x="159448" y="443230"/>
                  </a:lnTo>
                  <a:lnTo>
                    <a:pt x="123443" y="487680"/>
                  </a:lnTo>
                  <a:close/>
                </a:path>
                <a:path w="638809" h="915670">
                  <a:moveTo>
                    <a:pt x="435932" y="341630"/>
                  </a:moveTo>
                  <a:lnTo>
                    <a:pt x="195072" y="341630"/>
                  </a:lnTo>
                  <a:lnTo>
                    <a:pt x="216217" y="330200"/>
                  </a:lnTo>
                  <a:lnTo>
                    <a:pt x="240791" y="321310"/>
                  </a:lnTo>
                  <a:lnTo>
                    <a:pt x="268795" y="314960"/>
                  </a:lnTo>
                  <a:lnTo>
                    <a:pt x="300227" y="313690"/>
                  </a:lnTo>
                  <a:lnTo>
                    <a:pt x="358211" y="317500"/>
                  </a:lnTo>
                  <a:lnTo>
                    <a:pt x="410908" y="330200"/>
                  </a:lnTo>
                  <a:lnTo>
                    <a:pt x="435932" y="341630"/>
                  </a:lnTo>
                  <a:close/>
                </a:path>
                <a:path w="638809" h="915670">
                  <a:moveTo>
                    <a:pt x="527658" y="384810"/>
                  </a:moveTo>
                  <a:lnTo>
                    <a:pt x="504444" y="384810"/>
                  </a:lnTo>
                  <a:lnTo>
                    <a:pt x="504444" y="370840"/>
                  </a:lnTo>
                  <a:lnTo>
                    <a:pt x="527658" y="384810"/>
                  </a:lnTo>
                  <a:close/>
                </a:path>
                <a:path w="638809" h="915670">
                  <a:moveTo>
                    <a:pt x="603292" y="462280"/>
                  </a:moveTo>
                  <a:lnTo>
                    <a:pt x="420624" y="462280"/>
                  </a:lnTo>
                  <a:lnTo>
                    <a:pt x="417576" y="455930"/>
                  </a:lnTo>
                  <a:lnTo>
                    <a:pt x="403860" y="436880"/>
                  </a:lnTo>
                  <a:lnTo>
                    <a:pt x="381261" y="415290"/>
                  </a:lnTo>
                  <a:lnTo>
                    <a:pt x="354520" y="398780"/>
                  </a:lnTo>
                  <a:lnTo>
                    <a:pt x="323492" y="389890"/>
                  </a:lnTo>
                  <a:lnTo>
                    <a:pt x="288035" y="386080"/>
                  </a:lnTo>
                  <a:lnTo>
                    <a:pt x="529768" y="386080"/>
                  </a:lnTo>
                  <a:lnTo>
                    <a:pt x="538210" y="391160"/>
                  </a:lnTo>
                  <a:lnTo>
                    <a:pt x="566547" y="414020"/>
                  </a:lnTo>
                  <a:lnTo>
                    <a:pt x="589740" y="440690"/>
                  </a:lnTo>
                  <a:lnTo>
                    <a:pt x="603292" y="462280"/>
                  </a:lnTo>
                  <a:close/>
                </a:path>
                <a:path w="638809" h="915670">
                  <a:moveTo>
                    <a:pt x="160020" y="508000"/>
                  </a:moveTo>
                  <a:lnTo>
                    <a:pt x="165139" y="450850"/>
                  </a:lnTo>
                  <a:lnTo>
                    <a:pt x="203263" y="420370"/>
                  </a:lnTo>
                  <a:lnTo>
                    <a:pt x="246816" y="401320"/>
                  </a:lnTo>
                  <a:lnTo>
                    <a:pt x="295655" y="396240"/>
                  </a:lnTo>
                  <a:lnTo>
                    <a:pt x="331636" y="400050"/>
                  </a:lnTo>
                  <a:lnTo>
                    <a:pt x="364045" y="411480"/>
                  </a:lnTo>
                  <a:lnTo>
                    <a:pt x="392739" y="431800"/>
                  </a:lnTo>
                  <a:lnTo>
                    <a:pt x="294132" y="431800"/>
                  </a:lnTo>
                  <a:lnTo>
                    <a:pt x="275510" y="433070"/>
                  </a:lnTo>
                  <a:lnTo>
                    <a:pt x="227076" y="447040"/>
                  </a:lnTo>
                  <a:lnTo>
                    <a:pt x="179498" y="487680"/>
                  </a:lnTo>
                  <a:lnTo>
                    <a:pt x="160020" y="508000"/>
                  </a:lnTo>
                  <a:close/>
                </a:path>
                <a:path w="638809" h="915670">
                  <a:moveTo>
                    <a:pt x="502343" y="797560"/>
                  </a:moveTo>
                  <a:lnTo>
                    <a:pt x="306323" y="797560"/>
                  </a:lnTo>
                  <a:lnTo>
                    <a:pt x="334613" y="792480"/>
                  </a:lnTo>
                  <a:lnTo>
                    <a:pt x="360044" y="781050"/>
                  </a:lnTo>
                  <a:lnTo>
                    <a:pt x="402336" y="741680"/>
                  </a:lnTo>
                  <a:lnTo>
                    <a:pt x="433197" y="673100"/>
                  </a:lnTo>
                  <a:lnTo>
                    <a:pt x="440912" y="629920"/>
                  </a:lnTo>
                  <a:lnTo>
                    <a:pt x="443484" y="581660"/>
                  </a:lnTo>
                  <a:lnTo>
                    <a:pt x="443373" y="575310"/>
                  </a:lnTo>
                  <a:lnTo>
                    <a:pt x="443262" y="568960"/>
                  </a:lnTo>
                  <a:lnTo>
                    <a:pt x="440269" y="530860"/>
                  </a:lnTo>
                  <a:lnTo>
                    <a:pt x="435864" y="508000"/>
                  </a:lnTo>
                  <a:lnTo>
                    <a:pt x="422148" y="508000"/>
                  </a:lnTo>
                  <a:lnTo>
                    <a:pt x="411480" y="494030"/>
                  </a:lnTo>
                  <a:lnTo>
                    <a:pt x="386072" y="467360"/>
                  </a:lnTo>
                  <a:lnTo>
                    <a:pt x="357949" y="448310"/>
                  </a:lnTo>
                  <a:lnTo>
                    <a:pt x="327255" y="435610"/>
                  </a:lnTo>
                  <a:lnTo>
                    <a:pt x="294132" y="431800"/>
                  </a:lnTo>
                  <a:lnTo>
                    <a:pt x="392739" y="431800"/>
                  </a:lnTo>
                  <a:lnTo>
                    <a:pt x="417576" y="459740"/>
                  </a:lnTo>
                  <a:lnTo>
                    <a:pt x="420624" y="462280"/>
                  </a:lnTo>
                  <a:lnTo>
                    <a:pt x="603292" y="462280"/>
                  </a:lnTo>
                  <a:lnTo>
                    <a:pt x="608076" y="469900"/>
                  </a:lnTo>
                  <a:lnTo>
                    <a:pt x="617522" y="492760"/>
                  </a:lnTo>
                  <a:lnTo>
                    <a:pt x="576072" y="492760"/>
                  </a:lnTo>
                  <a:lnTo>
                    <a:pt x="584001" y="525780"/>
                  </a:lnTo>
                  <a:lnTo>
                    <a:pt x="587311" y="546100"/>
                  </a:lnTo>
                  <a:lnTo>
                    <a:pt x="589088" y="567690"/>
                  </a:lnTo>
                  <a:lnTo>
                    <a:pt x="589192" y="568960"/>
                  </a:lnTo>
                  <a:lnTo>
                    <a:pt x="589721" y="589280"/>
                  </a:lnTo>
                  <a:lnTo>
                    <a:pt x="589701" y="593090"/>
                  </a:lnTo>
                  <a:lnTo>
                    <a:pt x="586496" y="640080"/>
                  </a:lnTo>
                  <a:lnTo>
                    <a:pt x="576620" y="685800"/>
                  </a:lnTo>
                  <a:lnTo>
                    <a:pt x="560161" y="725170"/>
                  </a:lnTo>
                  <a:lnTo>
                    <a:pt x="537118" y="762000"/>
                  </a:lnTo>
                  <a:lnTo>
                    <a:pt x="507492" y="793750"/>
                  </a:lnTo>
                  <a:lnTo>
                    <a:pt x="502343" y="797560"/>
                  </a:lnTo>
                  <a:close/>
                </a:path>
                <a:path w="638809" h="915670">
                  <a:moveTo>
                    <a:pt x="478744" y="876300"/>
                  </a:moveTo>
                  <a:lnTo>
                    <a:pt x="306323" y="876300"/>
                  </a:lnTo>
                  <a:lnTo>
                    <a:pt x="357323" y="872490"/>
                  </a:lnTo>
                  <a:lnTo>
                    <a:pt x="404152" y="863600"/>
                  </a:lnTo>
                  <a:lnTo>
                    <a:pt x="446666" y="848360"/>
                  </a:lnTo>
                  <a:lnTo>
                    <a:pt x="484717" y="828040"/>
                  </a:lnTo>
                  <a:lnTo>
                    <a:pt x="518160" y="801370"/>
                  </a:lnTo>
                  <a:lnTo>
                    <a:pt x="552164" y="760730"/>
                  </a:lnTo>
                  <a:lnTo>
                    <a:pt x="576453" y="713740"/>
                  </a:lnTo>
                  <a:lnTo>
                    <a:pt x="591026" y="661670"/>
                  </a:lnTo>
                  <a:lnTo>
                    <a:pt x="595780" y="603250"/>
                  </a:lnTo>
                  <a:lnTo>
                    <a:pt x="595884" y="601980"/>
                  </a:lnTo>
                  <a:lnTo>
                    <a:pt x="594764" y="575310"/>
                  </a:lnTo>
                  <a:lnTo>
                    <a:pt x="591502" y="549910"/>
                  </a:lnTo>
                  <a:lnTo>
                    <a:pt x="586239" y="524510"/>
                  </a:lnTo>
                  <a:lnTo>
                    <a:pt x="579120" y="500380"/>
                  </a:lnTo>
                  <a:lnTo>
                    <a:pt x="576072" y="492760"/>
                  </a:lnTo>
                  <a:lnTo>
                    <a:pt x="617522" y="492760"/>
                  </a:lnTo>
                  <a:lnTo>
                    <a:pt x="621196" y="501650"/>
                  </a:lnTo>
                  <a:lnTo>
                    <a:pt x="630745" y="534670"/>
                  </a:lnTo>
                  <a:lnTo>
                    <a:pt x="636579" y="567690"/>
                  </a:lnTo>
                  <a:lnTo>
                    <a:pt x="638485" y="601980"/>
                  </a:lnTo>
                  <a:lnTo>
                    <a:pt x="638556" y="603250"/>
                  </a:lnTo>
                  <a:lnTo>
                    <a:pt x="634898" y="656590"/>
                  </a:lnTo>
                  <a:lnTo>
                    <a:pt x="623925" y="706120"/>
                  </a:lnTo>
                  <a:lnTo>
                    <a:pt x="605637" y="751840"/>
                  </a:lnTo>
                  <a:lnTo>
                    <a:pt x="580034" y="792480"/>
                  </a:lnTo>
                  <a:lnTo>
                    <a:pt x="547116" y="828040"/>
                  </a:lnTo>
                  <a:lnTo>
                    <a:pt x="508333" y="859790"/>
                  </a:lnTo>
                  <a:lnTo>
                    <a:pt x="478744" y="876300"/>
                  </a:lnTo>
                  <a:close/>
                </a:path>
                <a:path w="638809" h="915670">
                  <a:moveTo>
                    <a:pt x="281939" y="868680"/>
                  </a:moveTo>
                  <a:lnTo>
                    <a:pt x="227099" y="864870"/>
                  </a:lnTo>
                  <a:lnTo>
                    <a:pt x="178183" y="854955"/>
                  </a:lnTo>
                  <a:lnTo>
                    <a:pt x="131706" y="838200"/>
                  </a:lnTo>
                  <a:lnTo>
                    <a:pt x="91439" y="815340"/>
                  </a:lnTo>
                  <a:lnTo>
                    <a:pt x="57435" y="784860"/>
                  </a:lnTo>
                  <a:lnTo>
                    <a:pt x="30860" y="749300"/>
                  </a:lnTo>
                  <a:lnTo>
                    <a:pt x="11715" y="708660"/>
                  </a:lnTo>
                  <a:lnTo>
                    <a:pt x="0" y="660400"/>
                  </a:lnTo>
                  <a:lnTo>
                    <a:pt x="12191" y="652780"/>
                  </a:lnTo>
                  <a:lnTo>
                    <a:pt x="53054" y="632460"/>
                  </a:lnTo>
                  <a:lnTo>
                    <a:pt x="91058" y="612140"/>
                  </a:lnTo>
                  <a:lnTo>
                    <a:pt x="158496" y="575310"/>
                  </a:lnTo>
                  <a:lnTo>
                    <a:pt x="155614" y="596900"/>
                  </a:lnTo>
                  <a:lnTo>
                    <a:pt x="153733" y="615950"/>
                  </a:lnTo>
                  <a:lnTo>
                    <a:pt x="152709" y="632460"/>
                  </a:lnTo>
                  <a:lnTo>
                    <a:pt x="152423" y="647700"/>
                  </a:lnTo>
                  <a:lnTo>
                    <a:pt x="152400" y="648970"/>
                  </a:lnTo>
                  <a:lnTo>
                    <a:pt x="154516" y="680720"/>
                  </a:lnTo>
                  <a:lnTo>
                    <a:pt x="154601" y="681990"/>
                  </a:lnTo>
                  <a:lnTo>
                    <a:pt x="172974" y="737870"/>
                  </a:lnTo>
                  <a:lnTo>
                    <a:pt x="200334" y="770890"/>
                  </a:lnTo>
                  <a:lnTo>
                    <a:pt x="243839" y="793750"/>
                  </a:lnTo>
                  <a:lnTo>
                    <a:pt x="303275" y="793750"/>
                  </a:lnTo>
                  <a:lnTo>
                    <a:pt x="303275" y="797560"/>
                  </a:lnTo>
                  <a:lnTo>
                    <a:pt x="502343" y="797560"/>
                  </a:lnTo>
                  <a:lnTo>
                    <a:pt x="471452" y="820420"/>
                  </a:lnTo>
                  <a:lnTo>
                    <a:pt x="430950" y="842010"/>
                  </a:lnTo>
                  <a:lnTo>
                    <a:pt x="385913" y="855980"/>
                  </a:lnTo>
                  <a:lnTo>
                    <a:pt x="336267" y="864870"/>
                  </a:lnTo>
                  <a:lnTo>
                    <a:pt x="281939" y="868680"/>
                  </a:lnTo>
                  <a:close/>
                </a:path>
                <a:path w="638809" h="915670">
                  <a:moveTo>
                    <a:pt x="303275" y="793750"/>
                  </a:moveTo>
                  <a:lnTo>
                    <a:pt x="248411" y="793750"/>
                  </a:lnTo>
                  <a:lnTo>
                    <a:pt x="242315" y="789940"/>
                  </a:lnTo>
                  <a:lnTo>
                    <a:pt x="229409" y="783590"/>
                  </a:lnTo>
                  <a:lnTo>
                    <a:pt x="198120" y="756920"/>
                  </a:lnTo>
                  <a:lnTo>
                    <a:pt x="172783" y="708660"/>
                  </a:lnTo>
                  <a:lnTo>
                    <a:pt x="164591" y="652780"/>
                  </a:lnTo>
                  <a:lnTo>
                    <a:pt x="165187" y="640080"/>
                  </a:lnTo>
                  <a:lnTo>
                    <a:pt x="167068" y="624840"/>
                  </a:lnTo>
                  <a:lnTo>
                    <a:pt x="170378" y="608330"/>
                  </a:lnTo>
                  <a:lnTo>
                    <a:pt x="175259" y="589280"/>
                  </a:lnTo>
                  <a:lnTo>
                    <a:pt x="210311" y="596900"/>
                  </a:lnTo>
                  <a:lnTo>
                    <a:pt x="207430" y="615950"/>
                  </a:lnTo>
                  <a:lnTo>
                    <a:pt x="205549" y="633730"/>
                  </a:lnTo>
                  <a:lnTo>
                    <a:pt x="204525" y="647700"/>
                  </a:lnTo>
                  <a:lnTo>
                    <a:pt x="204401" y="652780"/>
                  </a:lnTo>
                  <a:lnTo>
                    <a:pt x="204306" y="661670"/>
                  </a:lnTo>
                  <a:lnTo>
                    <a:pt x="205668" y="680720"/>
                  </a:lnTo>
                  <a:lnTo>
                    <a:pt x="217717" y="717550"/>
                  </a:lnTo>
                  <a:lnTo>
                    <a:pt x="241982" y="748030"/>
                  </a:lnTo>
                  <a:lnTo>
                    <a:pt x="279606" y="772160"/>
                  </a:lnTo>
                  <a:lnTo>
                    <a:pt x="303275" y="781050"/>
                  </a:lnTo>
                  <a:lnTo>
                    <a:pt x="303275" y="793750"/>
                  </a:lnTo>
                  <a:close/>
                </a:path>
                <a:path w="638809" h="915670">
                  <a:moveTo>
                    <a:pt x="307847" y="915670"/>
                  </a:moveTo>
                  <a:lnTo>
                    <a:pt x="260389" y="911860"/>
                  </a:lnTo>
                  <a:lnTo>
                    <a:pt x="213931" y="901700"/>
                  </a:lnTo>
                  <a:lnTo>
                    <a:pt x="168330" y="885190"/>
                  </a:lnTo>
                  <a:lnTo>
                    <a:pt x="123443" y="862330"/>
                  </a:lnTo>
                  <a:lnTo>
                    <a:pt x="123443" y="838200"/>
                  </a:lnTo>
                  <a:lnTo>
                    <a:pt x="172592" y="853440"/>
                  </a:lnTo>
                  <a:lnTo>
                    <a:pt x="176093" y="854388"/>
                  </a:lnTo>
                  <a:lnTo>
                    <a:pt x="176974" y="854710"/>
                  </a:lnTo>
                  <a:lnTo>
                    <a:pt x="178183" y="854955"/>
                  </a:lnTo>
                  <a:lnTo>
                    <a:pt x="219455" y="866140"/>
                  </a:lnTo>
                  <a:lnTo>
                    <a:pt x="264032" y="873760"/>
                  </a:lnTo>
                  <a:lnTo>
                    <a:pt x="306323" y="876300"/>
                  </a:lnTo>
                  <a:lnTo>
                    <a:pt x="478744" y="876300"/>
                  </a:lnTo>
                  <a:lnTo>
                    <a:pt x="465088" y="883920"/>
                  </a:lnTo>
                  <a:lnTo>
                    <a:pt x="417307" y="901700"/>
                  </a:lnTo>
                  <a:lnTo>
                    <a:pt x="364918" y="911860"/>
                  </a:lnTo>
                  <a:lnTo>
                    <a:pt x="307847" y="91567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83908" y="3052572"/>
              <a:ext cx="402590" cy="294640"/>
            </a:xfrm>
            <a:custGeom>
              <a:avLst/>
              <a:gdLst/>
              <a:ahLst/>
              <a:cxnLst/>
              <a:rect l="l" t="t" r="r" b="b"/>
              <a:pathLst>
                <a:path w="402590" h="294639">
                  <a:moveTo>
                    <a:pt x="399287" y="0"/>
                  </a:moveTo>
                  <a:lnTo>
                    <a:pt x="400811" y="6096"/>
                  </a:lnTo>
                  <a:lnTo>
                    <a:pt x="400811" y="7620"/>
                  </a:lnTo>
                  <a:lnTo>
                    <a:pt x="400811" y="10668"/>
                  </a:lnTo>
                  <a:lnTo>
                    <a:pt x="400811" y="13716"/>
                  </a:lnTo>
                  <a:lnTo>
                    <a:pt x="397406" y="42576"/>
                  </a:lnTo>
                  <a:lnTo>
                    <a:pt x="370593" y="88296"/>
                  </a:lnTo>
                  <a:lnTo>
                    <a:pt x="317492" y="117395"/>
                  </a:lnTo>
                  <a:lnTo>
                    <a:pt x="280225" y="126492"/>
                  </a:lnTo>
                  <a:lnTo>
                    <a:pt x="235815" y="132159"/>
                  </a:lnTo>
                  <a:lnTo>
                    <a:pt x="184403" y="134112"/>
                  </a:lnTo>
                  <a:lnTo>
                    <a:pt x="0" y="134112"/>
                  </a:lnTo>
                  <a:lnTo>
                    <a:pt x="0" y="294131"/>
                  </a:lnTo>
                  <a:lnTo>
                    <a:pt x="0" y="292607"/>
                  </a:lnTo>
                  <a:lnTo>
                    <a:pt x="3048" y="291083"/>
                  </a:lnTo>
                  <a:lnTo>
                    <a:pt x="6095" y="288036"/>
                  </a:lnTo>
                  <a:lnTo>
                    <a:pt x="7619" y="288036"/>
                  </a:lnTo>
                  <a:lnTo>
                    <a:pt x="7619" y="140208"/>
                  </a:lnTo>
                  <a:lnTo>
                    <a:pt x="187451" y="140208"/>
                  </a:lnTo>
                  <a:lnTo>
                    <a:pt x="237743" y="140208"/>
                  </a:lnTo>
                  <a:lnTo>
                    <a:pt x="309371" y="132588"/>
                  </a:lnTo>
                  <a:lnTo>
                    <a:pt x="346900" y="117919"/>
                  </a:lnTo>
                  <a:lnTo>
                    <a:pt x="376427" y="92964"/>
                  </a:lnTo>
                  <a:lnTo>
                    <a:pt x="400859" y="43672"/>
                  </a:lnTo>
                  <a:lnTo>
                    <a:pt x="402335" y="25908"/>
                  </a:lnTo>
                  <a:lnTo>
                    <a:pt x="402335" y="19812"/>
                  </a:lnTo>
                  <a:lnTo>
                    <a:pt x="402335" y="12192"/>
                  </a:lnTo>
                  <a:lnTo>
                    <a:pt x="400811" y="3048"/>
                  </a:lnTo>
                  <a:lnTo>
                    <a:pt x="399287" y="0"/>
                  </a:lnTo>
                  <a:close/>
                </a:path>
              </a:pathLst>
            </a:custGeom>
            <a:ln w="76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6736080" y="2983992"/>
            <a:ext cx="638810" cy="916305"/>
          </a:xfrm>
          <a:custGeom>
            <a:avLst/>
            <a:gdLst/>
            <a:ahLst/>
            <a:cxnLst/>
            <a:rect l="l" t="t" r="r" b="b"/>
            <a:pathLst>
              <a:path w="638809" h="916304">
                <a:moveTo>
                  <a:pt x="478535" y="0"/>
                </a:moveTo>
                <a:lnTo>
                  <a:pt x="516469" y="14144"/>
                </a:lnTo>
                <a:lnTo>
                  <a:pt x="542734" y="50553"/>
                </a:lnTo>
                <a:lnTo>
                  <a:pt x="547115" y="65531"/>
                </a:lnTo>
                <a:lnTo>
                  <a:pt x="547115" y="62483"/>
                </a:lnTo>
                <a:lnTo>
                  <a:pt x="544782" y="53054"/>
                </a:lnTo>
                <a:lnTo>
                  <a:pt x="542162" y="43052"/>
                </a:lnTo>
                <a:lnTo>
                  <a:pt x="538972" y="32480"/>
                </a:lnTo>
                <a:lnTo>
                  <a:pt x="534923" y="21335"/>
                </a:lnTo>
                <a:lnTo>
                  <a:pt x="557783" y="21335"/>
                </a:lnTo>
                <a:lnTo>
                  <a:pt x="581215" y="71056"/>
                </a:lnTo>
                <a:lnTo>
                  <a:pt x="586739" y="105155"/>
                </a:lnTo>
                <a:lnTo>
                  <a:pt x="583263" y="135493"/>
                </a:lnTo>
                <a:lnTo>
                  <a:pt x="554593" y="187023"/>
                </a:lnTo>
                <a:lnTo>
                  <a:pt x="498252" y="225909"/>
                </a:lnTo>
                <a:lnTo>
                  <a:pt x="425100" y="245864"/>
                </a:lnTo>
                <a:lnTo>
                  <a:pt x="382523" y="248411"/>
                </a:lnTo>
                <a:lnTo>
                  <a:pt x="336803" y="248411"/>
                </a:lnTo>
                <a:lnTo>
                  <a:pt x="195072" y="248411"/>
                </a:lnTo>
                <a:lnTo>
                  <a:pt x="195072" y="342899"/>
                </a:lnTo>
                <a:lnTo>
                  <a:pt x="216217" y="330660"/>
                </a:lnTo>
                <a:lnTo>
                  <a:pt x="240791" y="321563"/>
                </a:lnTo>
                <a:lnTo>
                  <a:pt x="268795" y="315896"/>
                </a:lnTo>
                <a:lnTo>
                  <a:pt x="300227" y="313943"/>
                </a:lnTo>
                <a:lnTo>
                  <a:pt x="358211" y="318230"/>
                </a:lnTo>
                <a:lnTo>
                  <a:pt x="410908" y="331088"/>
                </a:lnTo>
                <a:lnTo>
                  <a:pt x="458176" y="352520"/>
                </a:lnTo>
                <a:lnTo>
                  <a:pt x="499871" y="382523"/>
                </a:lnTo>
                <a:lnTo>
                  <a:pt x="504443" y="385571"/>
                </a:lnTo>
                <a:lnTo>
                  <a:pt x="566546" y="415099"/>
                </a:lnTo>
                <a:lnTo>
                  <a:pt x="608075" y="470916"/>
                </a:lnTo>
                <a:lnTo>
                  <a:pt x="630745" y="534924"/>
                </a:lnTo>
                <a:lnTo>
                  <a:pt x="638555" y="603503"/>
                </a:lnTo>
                <a:lnTo>
                  <a:pt x="634898" y="657246"/>
                </a:lnTo>
                <a:lnTo>
                  <a:pt x="623925" y="706818"/>
                </a:lnTo>
                <a:lnTo>
                  <a:pt x="605637" y="752075"/>
                </a:lnTo>
                <a:lnTo>
                  <a:pt x="580034" y="792870"/>
                </a:lnTo>
                <a:lnTo>
                  <a:pt x="547115" y="829055"/>
                </a:lnTo>
                <a:lnTo>
                  <a:pt x="508333" y="860328"/>
                </a:lnTo>
                <a:lnTo>
                  <a:pt x="465088" y="884651"/>
                </a:lnTo>
                <a:lnTo>
                  <a:pt x="417307" y="902025"/>
                </a:lnTo>
                <a:lnTo>
                  <a:pt x="364918" y="912449"/>
                </a:lnTo>
                <a:lnTo>
                  <a:pt x="307847" y="915923"/>
                </a:lnTo>
                <a:lnTo>
                  <a:pt x="260389" y="912518"/>
                </a:lnTo>
                <a:lnTo>
                  <a:pt x="213931" y="902398"/>
                </a:lnTo>
                <a:lnTo>
                  <a:pt x="168330" y="885705"/>
                </a:lnTo>
                <a:lnTo>
                  <a:pt x="123443" y="862584"/>
                </a:lnTo>
                <a:lnTo>
                  <a:pt x="123443" y="838200"/>
                </a:lnTo>
                <a:lnTo>
                  <a:pt x="172592" y="854440"/>
                </a:lnTo>
                <a:lnTo>
                  <a:pt x="219455" y="866394"/>
                </a:lnTo>
                <a:lnTo>
                  <a:pt x="264032" y="873775"/>
                </a:lnTo>
                <a:lnTo>
                  <a:pt x="306323" y="876300"/>
                </a:lnTo>
                <a:lnTo>
                  <a:pt x="357323" y="873215"/>
                </a:lnTo>
                <a:lnTo>
                  <a:pt x="404152" y="864059"/>
                </a:lnTo>
                <a:lnTo>
                  <a:pt x="446666" y="848977"/>
                </a:lnTo>
                <a:lnTo>
                  <a:pt x="484717" y="828117"/>
                </a:lnTo>
                <a:lnTo>
                  <a:pt x="518159" y="801623"/>
                </a:lnTo>
                <a:lnTo>
                  <a:pt x="552164" y="761642"/>
                </a:lnTo>
                <a:lnTo>
                  <a:pt x="576452" y="714946"/>
                </a:lnTo>
                <a:lnTo>
                  <a:pt x="591026" y="661677"/>
                </a:lnTo>
                <a:lnTo>
                  <a:pt x="595883" y="601979"/>
                </a:lnTo>
                <a:lnTo>
                  <a:pt x="594764" y="575333"/>
                </a:lnTo>
                <a:lnTo>
                  <a:pt x="591502" y="549973"/>
                </a:lnTo>
                <a:lnTo>
                  <a:pt x="586239" y="525470"/>
                </a:lnTo>
                <a:lnTo>
                  <a:pt x="579119" y="501395"/>
                </a:lnTo>
                <a:lnTo>
                  <a:pt x="576071" y="493775"/>
                </a:lnTo>
                <a:lnTo>
                  <a:pt x="579119" y="505967"/>
                </a:lnTo>
                <a:lnTo>
                  <a:pt x="584001" y="525970"/>
                </a:lnTo>
                <a:lnTo>
                  <a:pt x="587311" y="547115"/>
                </a:lnTo>
                <a:lnTo>
                  <a:pt x="589192" y="569404"/>
                </a:lnTo>
                <a:lnTo>
                  <a:pt x="589787" y="592836"/>
                </a:lnTo>
                <a:lnTo>
                  <a:pt x="586496" y="641262"/>
                </a:lnTo>
                <a:lnTo>
                  <a:pt x="576620" y="685812"/>
                </a:lnTo>
                <a:lnTo>
                  <a:pt x="560161" y="726265"/>
                </a:lnTo>
                <a:lnTo>
                  <a:pt x="537118" y="762402"/>
                </a:lnTo>
                <a:lnTo>
                  <a:pt x="507491" y="794004"/>
                </a:lnTo>
                <a:lnTo>
                  <a:pt x="471452" y="821082"/>
                </a:lnTo>
                <a:lnTo>
                  <a:pt x="430950" y="842016"/>
                </a:lnTo>
                <a:lnTo>
                  <a:pt x="385913" y="856878"/>
                </a:lnTo>
                <a:lnTo>
                  <a:pt x="336267" y="865741"/>
                </a:lnTo>
                <a:lnTo>
                  <a:pt x="281939" y="868679"/>
                </a:lnTo>
                <a:lnTo>
                  <a:pt x="227099" y="865274"/>
                </a:lnTo>
                <a:lnTo>
                  <a:pt x="176974" y="855154"/>
                </a:lnTo>
                <a:lnTo>
                  <a:pt x="131706" y="838461"/>
                </a:lnTo>
                <a:lnTo>
                  <a:pt x="91439" y="815340"/>
                </a:lnTo>
                <a:lnTo>
                  <a:pt x="57435" y="785931"/>
                </a:lnTo>
                <a:lnTo>
                  <a:pt x="30860" y="750379"/>
                </a:lnTo>
                <a:lnTo>
                  <a:pt x="11715" y="708826"/>
                </a:lnTo>
                <a:lnTo>
                  <a:pt x="0" y="661416"/>
                </a:lnTo>
                <a:lnTo>
                  <a:pt x="12191" y="653795"/>
                </a:lnTo>
                <a:lnTo>
                  <a:pt x="53054" y="632650"/>
                </a:lnTo>
                <a:lnTo>
                  <a:pt x="91058" y="612648"/>
                </a:lnTo>
                <a:lnTo>
                  <a:pt x="126206" y="593788"/>
                </a:lnTo>
                <a:lnTo>
                  <a:pt x="158496" y="576071"/>
                </a:lnTo>
                <a:lnTo>
                  <a:pt x="155614" y="596931"/>
                </a:lnTo>
                <a:lnTo>
                  <a:pt x="153733" y="616077"/>
                </a:lnTo>
                <a:lnTo>
                  <a:pt x="152709" y="633507"/>
                </a:lnTo>
                <a:lnTo>
                  <a:pt x="152400" y="649223"/>
                </a:lnTo>
                <a:lnTo>
                  <a:pt x="154685" y="683537"/>
                </a:lnTo>
                <a:lnTo>
                  <a:pt x="172974" y="739020"/>
                </a:lnTo>
                <a:lnTo>
                  <a:pt x="200334" y="771286"/>
                </a:lnTo>
                <a:lnTo>
                  <a:pt x="243839" y="794004"/>
                </a:lnTo>
                <a:lnTo>
                  <a:pt x="248411" y="794004"/>
                </a:lnTo>
                <a:lnTo>
                  <a:pt x="242315" y="790955"/>
                </a:lnTo>
                <a:lnTo>
                  <a:pt x="229409" y="784431"/>
                </a:lnTo>
                <a:lnTo>
                  <a:pt x="198120" y="757427"/>
                </a:lnTo>
                <a:lnTo>
                  <a:pt x="172783" y="709612"/>
                </a:lnTo>
                <a:lnTo>
                  <a:pt x="164591" y="653795"/>
                </a:lnTo>
                <a:lnTo>
                  <a:pt x="165187" y="640365"/>
                </a:lnTo>
                <a:lnTo>
                  <a:pt x="167068" y="625220"/>
                </a:lnTo>
                <a:lnTo>
                  <a:pt x="170378" y="608361"/>
                </a:lnTo>
                <a:lnTo>
                  <a:pt x="175259" y="589788"/>
                </a:lnTo>
                <a:lnTo>
                  <a:pt x="210311" y="597407"/>
                </a:lnTo>
                <a:lnTo>
                  <a:pt x="207430" y="616839"/>
                </a:lnTo>
                <a:lnTo>
                  <a:pt x="205549" y="633984"/>
                </a:lnTo>
                <a:lnTo>
                  <a:pt x="204525" y="648843"/>
                </a:lnTo>
                <a:lnTo>
                  <a:pt x="204215" y="661416"/>
                </a:lnTo>
                <a:lnTo>
                  <a:pt x="205668" y="681418"/>
                </a:lnTo>
                <a:lnTo>
                  <a:pt x="217717" y="717994"/>
                </a:lnTo>
                <a:lnTo>
                  <a:pt x="241982" y="748807"/>
                </a:lnTo>
                <a:lnTo>
                  <a:pt x="279606" y="772715"/>
                </a:lnTo>
                <a:lnTo>
                  <a:pt x="303275" y="781811"/>
                </a:lnTo>
                <a:lnTo>
                  <a:pt x="303275" y="798575"/>
                </a:lnTo>
                <a:lnTo>
                  <a:pt x="306323" y="798575"/>
                </a:lnTo>
                <a:lnTo>
                  <a:pt x="334613" y="792551"/>
                </a:lnTo>
                <a:lnTo>
                  <a:pt x="382619" y="764500"/>
                </a:lnTo>
                <a:lnTo>
                  <a:pt x="420338" y="710755"/>
                </a:lnTo>
                <a:lnTo>
                  <a:pt x="433196" y="673607"/>
                </a:lnTo>
                <a:lnTo>
                  <a:pt x="440912" y="630745"/>
                </a:lnTo>
                <a:lnTo>
                  <a:pt x="443483" y="582167"/>
                </a:lnTo>
                <a:lnTo>
                  <a:pt x="443174" y="564427"/>
                </a:lnTo>
                <a:lnTo>
                  <a:pt x="442150" y="547687"/>
                </a:lnTo>
                <a:lnTo>
                  <a:pt x="440269" y="531804"/>
                </a:lnTo>
                <a:lnTo>
                  <a:pt x="437387" y="516636"/>
                </a:lnTo>
                <a:lnTo>
                  <a:pt x="435863" y="509016"/>
                </a:lnTo>
                <a:lnTo>
                  <a:pt x="422147" y="509016"/>
                </a:lnTo>
                <a:lnTo>
                  <a:pt x="411479" y="495299"/>
                </a:lnTo>
                <a:lnTo>
                  <a:pt x="386072" y="468177"/>
                </a:lnTo>
                <a:lnTo>
                  <a:pt x="357949" y="448627"/>
                </a:lnTo>
                <a:lnTo>
                  <a:pt x="327255" y="436792"/>
                </a:lnTo>
                <a:lnTo>
                  <a:pt x="294132" y="432816"/>
                </a:lnTo>
                <a:lnTo>
                  <a:pt x="275510" y="433697"/>
                </a:lnTo>
                <a:lnTo>
                  <a:pt x="227076" y="448055"/>
                </a:lnTo>
                <a:lnTo>
                  <a:pt x="179498" y="488132"/>
                </a:lnTo>
                <a:lnTo>
                  <a:pt x="160020" y="509016"/>
                </a:lnTo>
                <a:lnTo>
                  <a:pt x="132587" y="495299"/>
                </a:lnTo>
                <a:lnTo>
                  <a:pt x="165139" y="451532"/>
                </a:lnTo>
                <a:lnTo>
                  <a:pt x="203263" y="420624"/>
                </a:lnTo>
                <a:lnTo>
                  <a:pt x="246816" y="402288"/>
                </a:lnTo>
                <a:lnTo>
                  <a:pt x="295655" y="396240"/>
                </a:lnTo>
                <a:lnTo>
                  <a:pt x="331636" y="400240"/>
                </a:lnTo>
                <a:lnTo>
                  <a:pt x="364045" y="412242"/>
                </a:lnTo>
                <a:lnTo>
                  <a:pt x="392739" y="432244"/>
                </a:lnTo>
                <a:lnTo>
                  <a:pt x="417575" y="460247"/>
                </a:lnTo>
                <a:lnTo>
                  <a:pt x="420623" y="463295"/>
                </a:lnTo>
                <a:lnTo>
                  <a:pt x="417575" y="457199"/>
                </a:lnTo>
                <a:lnTo>
                  <a:pt x="413003" y="449579"/>
                </a:lnTo>
                <a:lnTo>
                  <a:pt x="408431" y="443484"/>
                </a:lnTo>
                <a:lnTo>
                  <a:pt x="403859" y="437388"/>
                </a:lnTo>
                <a:lnTo>
                  <a:pt x="381261" y="415385"/>
                </a:lnTo>
                <a:lnTo>
                  <a:pt x="354520" y="399668"/>
                </a:lnTo>
                <a:lnTo>
                  <a:pt x="323492" y="390239"/>
                </a:lnTo>
                <a:lnTo>
                  <a:pt x="288035" y="387095"/>
                </a:lnTo>
                <a:lnTo>
                  <a:pt x="241744" y="393382"/>
                </a:lnTo>
                <a:lnTo>
                  <a:pt x="198881" y="412241"/>
                </a:lnTo>
                <a:lnTo>
                  <a:pt x="159448" y="443674"/>
                </a:lnTo>
                <a:lnTo>
                  <a:pt x="123443" y="487679"/>
                </a:lnTo>
                <a:lnTo>
                  <a:pt x="71628" y="460247"/>
                </a:lnTo>
                <a:lnTo>
                  <a:pt x="71628" y="89915"/>
                </a:lnTo>
                <a:lnTo>
                  <a:pt x="384047" y="89915"/>
                </a:lnTo>
                <a:lnTo>
                  <a:pt x="403859" y="89915"/>
                </a:lnTo>
                <a:lnTo>
                  <a:pt x="449960" y="87820"/>
                </a:lnTo>
                <a:lnTo>
                  <a:pt x="487679" y="74675"/>
                </a:lnTo>
                <a:lnTo>
                  <a:pt x="484631" y="74675"/>
                </a:lnTo>
                <a:lnTo>
                  <a:pt x="481583" y="74675"/>
                </a:lnTo>
                <a:lnTo>
                  <a:pt x="480059" y="76199"/>
                </a:lnTo>
                <a:lnTo>
                  <a:pt x="477011" y="76199"/>
                </a:lnTo>
                <a:lnTo>
                  <a:pt x="460771" y="73675"/>
                </a:lnTo>
                <a:lnTo>
                  <a:pt x="448817" y="66293"/>
                </a:lnTo>
                <a:lnTo>
                  <a:pt x="441436" y="54340"/>
                </a:lnTo>
                <a:lnTo>
                  <a:pt x="438911" y="38099"/>
                </a:lnTo>
                <a:lnTo>
                  <a:pt x="441459" y="21216"/>
                </a:lnTo>
                <a:lnTo>
                  <a:pt x="449008" y="9334"/>
                </a:lnTo>
                <a:lnTo>
                  <a:pt x="461414" y="2309"/>
                </a:lnTo>
                <a:lnTo>
                  <a:pt x="478535" y="0"/>
                </a:lnTo>
                <a:close/>
              </a:path>
            </a:pathLst>
          </a:custGeom>
          <a:ln w="76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84605" y="4267200"/>
            <a:ext cx="7206995" cy="42519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952232" y="1057655"/>
            <a:ext cx="2106167" cy="69494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7367" y="1442686"/>
            <a:ext cx="8677275" cy="1476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165" dirty="0"/>
              <a:t>Transitions</a:t>
            </a:r>
            <a:endParaRPr sz="3300" dirty="0"/>
          </a:p>
          <a:p>
            <a:pPr marL="12700" marR="5080">
              <a:lnSpc>
                <a:spcPct val="152300"/>
              </a:lnSpc>
              <a:spcBef>
                <a:spcPts val="330"/>
              </a:spcBef>
            </a:pPr>
            <a:r>
              <a:rPr sz="1950" spc="95" dirty="0">
                <a:solidFill>
                  <a:srgbClr val="000000"/>
                </a:solidFill>
                <a:latin typeface="Trebuchet MS"/>
                <a:cs typeface="Trebuchet MS"/>
              </a:rPr>
              <a:t>Transitions</a:t>
            </a:r>
            <a:r>
              <a:rPr sz="1950" spc="-8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1950" spc="85" dirty="0">
                <a:solidFill>
                  <a:srgbClr val="000000"/>
                </a:solidFill>
                <a:latin typeface="Trebuchet MS"/>
                <a:cs typeface="Trebuchet MS"/>
              </a:rPr>
              <a:t>enable</a:t>
            </a:r>
            <a:r>
              <a:rPr sz="1950" spc="-8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1950" spc="110" dirty="0">
                <a:solidFill>
                  <a:srgbClr val="000000"/>
                </a:solidFill>
                <a:latin typeface="Trebuchet MS"/>
                <a:cs typeface="Trebuchet MS"/>
              </a:rPr>
              <a:t>you</a:t>
            </a:r>
            <a:r>
              <a:rPr sz="1950" spc="-6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1950" dirty="0">
                <a:solidFill>
                  <a:srgbClr val="000000"/>
                </a:solidFill>
                <a:latin typeface="Trebuchet MS"/>
                <a:cs typeface="Trebuchet MS"/>
              </a:rPr>
              <a:t>to</a:t>
            </a:r>
            <a:r>
              <a:rPr sz="1950" spc="-8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1950" spc="70" dirty="0">
                <a:solidFill>
                  <a:srgbClr val="000000"/>
                </a:solidFill>
                <a:latin typeface="Trebuchet MS"/>
                <a:cs typeface="Trebuchet MS"/>
              </a:rPr>
              <a:t>define</a:t>
            </a:r>
            <a:r>
              <a:rPr sz="1950" spc="-8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1950" spc="50" dirty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sz="1950" spc="-8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1950" spc="60" dirty="0">
                <a:solidFill>
                  <a:srgbClr val="000000"/>
                </a:solidFill>
                <a:latin typeface="Trebuchet MS"/>
                <a:cs typeface="Trebuchet MS"/>
              </a:rPr>
              <a:t>transition</a:t>
            </a:r>
            <a:r>
              <a:rPr sz="1950" spc="-6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1950" spc="85" dirty="0">
                <a:solidFill>
                  <a:srgbClr val="000000"/>
                </a:solidFill>
                <a:latin typeface="Trebuchet MS"/>
                <a:cs typeface="Trebuchet MS"/>
              </a:rPr>
              <a:t>between</a:t>
            </a:r>
            <a:r>
              <a:rPr sz="1950" spc="-6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1950" spc="55" dirty="0">
                <a:solidFill>
                  <a:srgbClr val="000000"/>
                </a:solidFill>
                <a:latin typeface="Trebuchet MS"/>
                <a:cs typeface="Trebuchet MS"/>
              </a:rPr>
              <a:t>two</a:t>
            </a:r>
            <a:r>
              <a:rPr sz="1950" spc="-8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1950" spc="95" dirty="0">
                <a:solidFill>
                  <a:srgbClr val="000000"/>
                </a:solidFill>
                <a:latin typeface="Trebuchet MS"/>
                <a:cs typeface="Trebuchet MS"/>
              </a:rPr>
              <a:t>states</a:t>
            </a:r>
            <a:r>
              <a:rPr sz="1950" spc="-5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1950" dirty="0">
                <a:solidFill>
                  <a:srgbClr val="000000"/>
                </a:solidFill>
                <a:latin typeface="Trebuchet MS"/>
                <a:cs typeface="Trebuchet MS"/>
              </a:rPr>
              <a:t>of</a:t>
            </a:r>
            <a:r>
              <a:rPr sz="1950" spc="1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1950" spc="105" dirty="0">
                <a:solidFill>
                  <a:srgbClr val="000000"/>
                </a:solidFill>
                <a:latin typeface="Trebuchet MS"/>
                <a:cs typeface="Trebuchet MS"/>
              </a:rPr>
              <a:t>an </a:t>
            </a:r>
            <a:r>
              <a:rPr sz="1950" spc="-10" dirty="0">
                <a:solidFill>
                  <a:srgbClr val="000000"/>
                </a:solidFill>
                <a:latin typeface="Trebuchet MS"/>
                <a:cs typeface="Trebuchet MS"/>
              </a:rPr>
              <a:t>element.</a:t>
            </a:r>
            <a:endParaRPr sz="195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1131" y="3309551"/>
            <a:ext cx="9048750" cy="18421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130"/>
              </a:spcBef>
              <a:buFont typeface="Arial"/>
              <a:buChar char="•"/>
              <a:tabLst>
                <a:tab pos="200660" algn="l"/>
              </a:tabLst>
            </a:pPr>
            <a:r>
              <a:rPr sz="1950" spc="55" dirty="0">
                <a:solidFill>
                  <a:srgbClr val="00AFEF"/>
                </a:solidFill>
                <a:latin typeface="Trebuchet MS"/>
                <a:cs typeface="Trebuchet MS"/>
              </a:rPr>
              <a:t>transition-</a:t>
            </a:r>
            <a:r>
              <a:rPr sz="1950" spc="80" dirty="0">
                <a:solidFill>
                  <a:srgbClr val="00AFEF"/>
                </a:solidFill>
                <a:latin typeface="Trebuchet MS"/>
                <a:cs typeface="Trebuchet MS"/>
              </a:rPr>
              <a:t>property</a:t>
            </a:r>
            <a:r>
              <a:rPr sz="1950" spc="-65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1950" spc="-105" dirty="0">
                <a:latin typeface="Trebuchet MS"/>
                <a:cs typeface="Trebuchet MS"/>
              </a:rPr>
              <a:t>:</a:t>
            </a:r>
            <a:r>
              <a:rPr sz="1950" spc="-80" dirty="0">
                <a:latin typeface="Trebuchet MS"/>
                <a:cs typeface="Trebuchet MS"/>
              </a:rPr>
              <a:t> </a:t>
            </a:r>
            <a:r>
              <a:rPr sz="1950" spc="80" dirty="0">
                <a:latin typeface="Trebuchet MS"/>
                <a:cs typeface="Trebuchet MS"/>
              </a:rPr>
              <a:t>property</a:t>
            </a:r>
            <a:r>
              <a:rPr sz="1950" spc="-55" dirty="0">
                <a:latin typeface="Trebuchet MS"/>
                <a:cs typeface="Trebuchet MS"/>
              </a:rPr>
              <a:t> </a:t>
            </a:r>
            <a:r>
              <a:rPr sz="1950" spc="110" dirty="0">
                <a:latin typeface="Trebuchet MS"/>
                <a:cs typeface="Trebuchet MS"/>
              </a:rPr>
              <a:t>you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spc="80" dirty="0">
                <a:latin typeface="Trebuchet MS"/>
                <a:cs typeface="Trebuchet MS"/>
              </a:rPr>
              <a:t>want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to</a:t>
            </a:r>
            <a:r>
              <a:rPr sz="1950" spc="-80" dirty="0">
                <a:latin typeface="Trebuchet MS"/>
                <a:cs typeface="Trebuchet MS"/>
              </a:rPr>
              <a:t> </a:t>
            </a:r>
            <a:r>
              <a:rPr sz="1950" spc="65" dirty="0">
                <a:latin typeface="Trebuchet MS"/>
                <a:cs typeface="Trebuchet MS"/>
              </a:rPr>
              <a:t>transition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(font-</a:t>
            </a:r>
            <a:r>
              <a:rPr sz="1950" spc="50" dirty="0">
                <a:latin typeface="Trebuchet MS"/>
                <a:cs typeface="Trebuchet MS"/>
              </a:rPr>
              <a:t>size,</a:t>
            </a:r>
            <a:r>
              <a:rPr sz="1950" spc="-80" dirty="0">
                <a:latin typeface="Trebuchet MS"/>
                <a:cs typeface="Trebuchet MS"/>
              </a:rPr>
              <a:t> </a:t>
            </a:r>
            <a:r>
              <a:rPr sz="1950" spc="60" dirty="0">
                <a:latin typeface="Trebuchet MS"/>
                <a:cs typeface="Trebuchet MS"/>
              </a:rPr>
              <a:t>width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etc.)</a:t>
            </a:r>
            <a:endParaRPr sz="1950" dirty="0">
              <a:latin typeface="Trebuchet MS"/>
              <a:cs typeface="Trebuchet MS"/>
            </a:endParaRPr>
          </a:p>
          <a:p>
            <a:pPr marL="200660" indent="-187960">
              <a:lnSpc>
                <a:spcPct val="100000"/>
              </a:lnSpc>
              <a:spcBef>
                <a:spcPts val="1645"/>
              </a:spcBef>
              <a:buFont typeface="Arial"/>
              <a:buChar char="•"/>
              <a:tabLst>
                <a:tab pos="200660" algn="l"/>
              </a:tabLst>
            </a:pPr>
            <a:r>
              <a:rPr sz="1950" spc="55" dirty="0">
                <a:solidFill>
                  <a:srgbClr val="00AFEF"/>
                </a:solidFill>
                <a:latin typeface="Trebuchet MS"/>
                <a:cs typeface="Trebuchet MS"/>
              </a:rPr>
              <a:t>transition-</a:t>
            </a:r>
            <a:r>
              <a:rPr sz="1950" spc="70" dirty="0">
                <a:solidFill>
                  <a:srgbClr val="00AFEF"/>
                </a:solidFill>
                <a:latin typeface="Trebuchet MS"/>
                <a:cs typeface="Trebuchet MS"/>
              </a:rPr>
              <a:t>duration</a:t>
            </a:r>
            <a:r>
              <a:rPr sz="1950" spc="-105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1950" spc="-105" dirty="0">
                <a:latin typeface="Trebuchet MS"/>
                <a:cs typeface="Trebuchet MS"/>
              </a:rPr>
              <a:t>:</a:t>
            </a:r>
            <a:r>
              <a:rPr sz="1950" spc="-95" dirty="0">
                <a:latin typeface="Trebuchet MS"/>
                <a:cs typeface="Trebuchet MS"/>
              </a:rPr>
              <a:t> </a:t>
            </a:r>
            <a:r>
              <a:rPr sz="1950" spc="215" dirty="0">
                <a:latin typeface="Trebuchet MS"/>
                <a:cs typeface="Trebuchet MS"/>
              </a:rPr>
              <a:t>2s</a:t>
            </a:r>
            <a:r>
              <a:rPr sz="1950" spc="-95" dirty="0">
                <a:latin typeface="Trebuchet MS"/>
                <a:cs typeface="Trebuchet MS"/>
              </a:rPr>
              <a:t> </a:t>
            </a:r>
            <a:r>
              <a:rPr sz="1950" spc="-475" dirty="0">
                <a:latin typeface="Trebuchet MS"/>
                <a:cs typeface="Trebuchet MS"/>
              </a:rPr>
              <a:t>/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185" dirty="0">
                <a:latin typeface="Trebuchet MS"/>
                <a:cs typeface="Trebuchet MS"/>
              </a:rPr>
              <a:t>4ms</a:t>
            </a:r>
            <a:r>
              <a:rPr sz="1950" spc="-95" dirty="0">
                <a:latin typeface="Trebuchet MS"/>
                <a:cs typeface="Trebuchet MS"/>
              </a:rPr>
              <a:t> </a:t>
            </a:r>
            <a:r>
              <a:rPr sz="1950" spc="-25" dirty="0">
                <a:latin typeface="Trebuchet MS"/>
                <a:cs typeface="Trebuchet MS"/>
              </a:rPr>
              <a:t>..</a:t>
            </a:r>
            <a:endParaRPr sz="1950" dirty="0">
              <a:latin typeface="Trebuchet MS"/>
              <a:cs typeface="Trebuchet MS"/>
            </a:endParaRPr>
          </a:p>
          <a:p>
            <a:pPr marL="200660" indent="-187960">
              <a:lnSpc>
                <a:spcPct val="100000"/>
              </a:lnSpc>
              <a:spcBef>
                <a:spcPts val="1630"/>
              </a:spcBef>
              <a:buFont typeface="Arial"/>
              <a:buChar char="•"/>
              <a:tabLst>
                <a:tab pos="200660" algn="l"/>
              </a:tabLst>
            </a:pPr>
            <a:r>
              <a:rPr sz="1950" spc="55" dirty="0">
                <a:solidFill>
                  <a:srgbClr val="00AFEF"/>
                </a:solidFill>
                <a:latin typeface="Trebuchet MS"/>
                <a:cs typeface="Trebuchet MS"/>
              </a:rPr>
              <a:t>transition-</a:t>
            </a:r>
            <a:r>
              <a:rPr sz="1950" spc="45" dirty="0">
                <a:solidFill>
                  <a:srgbClr val="00AFEF"/>
                </a:solidFill>
                <a:latin typeface="Trebuchet MS"/>
                <a:cs typeface="Trebuchet MS"/>
              </a:rPr>
              <a:t>timing-</a:t>
            </a:r>
            <a:r>
              <a:rPr sz="1950" spc="65" dirty="0">
                <a:solidFill>
                  <a:srgbClr val="00AFEF"/>
                </a:solidFill>
                <a:latin typeface="Trebuchet MS"/>
                <a:cs typeface="Trebuchet MS"/>
              </a:rPr>
              <a:t>function</a:t>
            </a:r>
            <a:r>
              <a:rPr sz="1950" spc="-95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1950" spc="-105" dirty="0">
                <a:latin typeface="Trebuchet MS"/>
                <a:cs typeface="Trebuchet MS"/>
              </a:rPr>
              <a:t>: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spc="110" dirty="0">
                <a:latin typeface="Trebuchet MS"/>
                <a:cs typeface="Trebuchet MS"/>
              </a:rPr>
              <a:t>ease-</a:t>
            </a:r>
            <a:r>
              <a:rPr sz="1950" spc="50" dirty="0">
                <a:latin typeface="Trebuchet MS"/>
                <a:cs typeface="Trebuchet MS"/>
              </a:rPr>
              <a:t>in</a:t>
            </a:r>
            <a:r>
              <a:rPr sz="1950" spc="-75" dirty="0">
                <a:latin typeface="Trebuchet MS"/>
                <a:cs typeface="Trebuchet MS"/>
              </a:rPr>
              <a:t> </a:t>
            </a:r>
            <a:r>
              <a:rPr sz="1950" spc="-475" dirty="0">
                <a:latin typeface="Trebuchet MS"/>
                <a:cs typeface="Trebuchet MS"/>
              </a:rPr>
              <a:t>/</a:t>
            </a:r>
            <a:r>
              <a:rPr sz="1950" spc="-80" dirty="0">
                <a:latin typeface="Trebuchet MS"/>
                <a:cs typeface="Trebuchet MS"/>
              </a:rPr>
              <a:t> </a:t>
            </a:r>
            <a:r>
              <a:rPr sz="1950" spc="114" dirty="0">
                <a:latin typeface="Trebuchet MS"/>
                <a:cs typeface="Trebuchet MS"/>
              </a:rPr>
              <a:t>ease-</a:t>
            </a:r>
            <a:r>
              <a:rPr sz="1950" spc="60" dirty="0">
                <a:latin typeface="Trebuchet MS"/>
                <a:cs typeface="Trebuchet MS"/>
              </a:rPr>
              <a:t>out</a:t>
            </a:r>
            <a:r>
              <a:rPr sz="1950" spc="-95" dirty="0">
                <a:latin typeface="Trebuchet MS"/>
                <a:cs typeface="Trebuchet MS"/>
              </a:rPr>
              <a:t> </a:t>
            </a:r>
            <a:r>
              <a:rPr sz="1950" spc="-475" dirty="0">
                <a:latin typeface="Trebuchet MS"/>
                <a:cs typeface="Trebuchet MS"/>
              </a:rPr>
              <a:t>/</a:t>
            </a:r>
            <a:r>
              <a:rPr sz="1950" spc="-80" dirty="0">
                <a:latin typeface="Trebuchet MS"/>
                <a:cs typeface="Trebuchet MS"/>
              </a:rPr>
              <a:t> </a:t>
            </a:r>
            <a:r>
              <a:rPr sz="1950" spc="65" dirty="0">
                <a:latin typeface="Trebuchet MS"/>
                <a:cs typeface="Trebuchet MS"/>
              </a:rPr>
              <a:t>linear</a:t>
            </a:r>
            <a:r>
              <a:rPr sz="1950" spc="-100" dirty="0">
                <a:latin typeface="Trebuchet MS"/>
                <a:cs typeface="Trebuchet MS"/>
              </a:rPr>
              <a:t> </a:t>
            </a:r>
            <a:r>
              <a:rPr sz="1950" spc="-475" dirty="0">
                <a:latin typeface="Trebuchet MS"/>
                <a:cs typeface="Trebuchet MS"/>
              </a:rPr>
              <a:t>/</a:t>
            </a:r>
            <a:r>
              <a:rPr sz="1950" spc="-80" dirty="0">
                <a:latin typeface="Trebuchet MS"/>
                <a:cs typeface="Trebuchet MS"/>
              </a:rPr>
              <a:t> </a:t>
            </a:r>
            <a:r>
              <a:rPr sz="1950" spc="140" dirty="0">
                <a:latin typeface="Trebuchet MS"/>
                <a:cs typeface="Trebuchet MS"/>
              </a:rPr>
              <a:t>steps</a:t>
            </a:r>
            <a:r>
              <a:rPr sz="1950" spc="-70" dirty="0">
                <a:latin typeface="Trebuchet MS"/>
                <a:cs typeface="Trebuchet MS"/>
              </a:rPr>
              <a:t> </a:t>
            </a:r>
            <a:r>
              <a:rPr sz="1950" spc="-25" dirty="0">
                <a:latin typeface="Trebuchet MS"/>
                <a:cs typeface="Trebuchet MS"/>
              </a:rPr>
              <a:t>..</a:t>
            </a:r>
            <a:endParaRPr sz="1950" dirty="0">
              <a:latin typeface="Trebuchet MS"/>
              <a:cs typeface="Trebuchet MS"/>
            </a:endParaRPr>
          </a:p>
          <a:p>
            <a:pPr marL="200660" indent="-187960">
              <a:lnSpc>
                <a:spcPct val="100000"/>
              </a:lnSpc>
              <a:spcBef>
                <a:spcPts val="1630"/>
              </a:spcBef>
              <a:buFont typeface="Arial"/>
              <a:buChar char="•"/>
              <a:tabLst>
                <a:tab pos="200660" algn="l"/>
              </a:tabLst>
            </a:pPr>
            <a:r>
              <a:rPr sz="1950" spc="55" dirty="0">
                <a:solidFill>
                  <a:srgbClr val="00AFEF"/>
                </a:solidFill>
                <a:latin typeface="Trebuchet MS"/>
                <a:cs typeface="Trebuchet MS"/>
              </a:rPr>
              <a:t>transition-</a:t>
            </a:r>
            <a:r>
              <a:rPr sz="1950" spc="80" dirty="0">
                <a:solidFill>
                  <a:srgbClr val="00AFEF"/>
                </a:solidFill>
                <a:latin typeface="Trebuchet MS"/>
                <a:cs typeface="Trebuchet MS"/>
              </a:rPr>
              <a:t>delay</a:t>
            </a:r>
            <a:r>
              <a:rPr sz="1950" spc="-100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1950" spc="-105" dirty="0">
                <a:latin typeface="Trebuchet MS"/>
                <a:cs typeface="Trebuchet MS"/>
              </a:rPr>
              <a:t>: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215" dirty="0">
                <a:latin typeface="Trebuchet MS"/>
                <a:cs typeface="Trebuchet MS"/>
              </a:rPr>
              <a:t>2s</a:t>
            </a:r>
            <a:r>
              <a:rPr sz="1950" spc="-95" dirty="0">
                <a:latin typeface="Trebuchet MS"/>
                <a:cs typeface="Trebuchet MS"/>
              </a:rPr>
              <a:t> </a:t>
            </a:r>
            <a:r>
              <a:rPr sz="1950" spc="-475" dirty="0">
                <a:latin typeface="Trebuchet MS"/>
                <a:cs typeface="Trebuchet MS"/>
              </a:rPr>
              <a:t>/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spc="185" dirty="0">
                <a:latin typeface="Trebuchet MS"/>
                <a:cs typeface="Trebuchet MS"/>
              </a:rPr>
              <a:t>4ms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-25" dirty="0">
                <a:latin typeface="Trebuchet MS"/>
                <a:cs typeface="Trebuchet MS"/>
              </a:rPr>
              <a:t>..</a:t>
            </a:r>
            <a:endParaRPr sz="195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1930" y="1916683"/>
            <a:ext cx="5339080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204" dirty="0"/>
              <a:t>Transition</a:t>
            </a:r>
            <a:r>
              <a:rPr spc="-85" dirty="0"/>
              <a:t> </a:t>
            </a:r>
            <a:r>
              <a:rPr spc="170" dirty="0"/>
              <a:t>Shorthand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2004" y="2687762"/>
            <a:ext cx="6897370" cy="3784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spc="90" dirty="0">
                <a:latin typeface="Trebuchet MS"/>
                <a:cs typeface="Trebuchet MS"/>
              </a:rPr>
              <a:t>property</a:t>
            </a:r>
            <a:r>
              <a:rPr sz="2300" spc="-114" dirty="0">
                <a:latin typeface="Trebuchet MS"/>
                <a:cs typeface="Trebuchet MS"/>
              </a:rPr>
              <a:t> </a:t>
            </a:r>
            <a:r>
              <a:rPr sz="2300" spc="135" dirty="0">
                <a:latin typeface="Trebuchet MS"/>
                <a:cs typeface="Trebuchet MS"/>
              </a:rPr>
              <a:t>name</a:t>
            </a:r>
            <a:r>
              <a:rPr sz="2300" spc="-95" dirty="0">
                <a:latin typeface="Trebuchet MS"/>
                <a:cs typeface="Trebuchet MS"/>
              </a:rPr>
              <a:t> </a:t>
            </a:r>
            <a:r>
              <a:rPr sz="2300" spc="-555" dirty="0">
                <a:latin typeface="Trebuchet MS"/>
                <a:cs typeface="Trebuchet MS"/>
              </a:rPr>
              <a:t>|</a:t>
            </a:r>
            <a:r>
              <a:rPr sz="2300" spc="-35" dirty="0">
                <a:latin typeface="Trebuchet MS"/>
                <a:cs typeface="Trebuchet MS"/>
              </a:rPr>
              <a:t> </a:t>
            </a:r>
            <a:r>
              <a:rPr sz="2300" spc="70" dirty="0">
                <a:latin typeface="Trebuchet MS"/>
                <a:cs typeface="Trebuchet MS"/>
              </a:rPr>
              <a:t>duration</a:t>
            </a:r>
            <a:r>
              <a:rPr sz="2300" spc="-120" dirty="0">
                <a:latin typeface="Trebuchet MS"/>
                <a:cs typeface="Trebuchet MS"/>
              </a:rPr>
              <a:t> </a:t>
            </a:r>
            <a:r>
              <a:rPr sz="2300" spc="-555" dirty="0">
                <a:latin typeface="Trebuchet MS"/>
                <a:cs typeface="Trebuchet MS"/>
              </a:rPr>
              <a:t>|</a:t>
            </a:r>
            <a:r>
              <a:rPr sz="2300" spc="-6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timing-</a:t>
            </a:r>
            <a:r>
              <a:rPr sz="2300" spc="60" dirty="0">
                <a:latin typeface="Trebuchet MS"/>
                <a:cs typeface="Trebuchet MS"/>
              </a:rPr>
              <a:t>function</a:t>
            </a:r>
            <a:r>
              <a:rPr sz="2300" spc="-95" dirty="0">
                <a:latin typeface="Trebuchet MS"/>
                <a:cs typeface="Trebuchet MS"/>
              </a:rPr>
              <a:t> </a:t>
            </a:r>
            <a:r>
              <a:rPr sz="2300" spc="-555" dirty="0">
                <a:latin typeface="Trebuchet MS"/>
                <a:cs typeface="Trebuchet MS"/>
              </a:rPr>
              <a:t>|</a:t>
            </a:r>
            <a:r>
              <a:rPr sz="2300" spc="-65" dirty="0">
                <a:latin typeface="Trebuchet MS"/>
                <a:cs typeface="Trebuchet MS"/>
              </a:rPr>
              <a:t> </a:t>
            </a:r>
            <a:r>
              <a:rPr sz="2300" spc="70" dirty="0">
                <a:latin typeface="Trebuchet MS"/>
                <a:cs typeface="Trebuchet MS"/>
              </a:rPr>
              <a:t>delay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09802" y="4414490"/>
            <a:ext cx="5590540" cy="3784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spc="45" dirty="0">
                <a:solidFill>
                  <a:srgbClr val="00AFEF"/>
                </a:solidFill>
                <a:latin typeface="Trebuchet MS"/>
                <a:cs typeface="Trebuchet MS"/>
              </a:rPr>
              <a:t>transition</a:t>
            </a:r>
            <a:r>
              <a:rPr sz="2300" spc="45" dirty="0">
                <a:latin typeface="Trebuchet MS"/>
                <a:cs typeface="Trebuchet MS"/>
              </a:rPr>
              <a:t>:</a:t>
            </a:r>
            <a:r>
              <a:rPr sz="2300" spc="-12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font-</a:t>
            </a:r>
            <a:r>
              <a:rPr sz="2300" spc="120" dirty="0">
                <a:latin typeface="Trebuchet MS"/>
                <a:cs typeface="Trebuchet MS"/>
              </a:rPr>
              <a:t>size</a:t>
            </a:r>
            <a:r>
              <a:rPr sz="2300" spc="-100" dirty="0">
                <a:latin typeface="Trebuchet MS"/>
                <a:cs typeface="Trebuchet MS"/>
              </a:rPr>
              <a:t> </a:t>
            </a:r>
            <a:r>
              <a:rPr sz="2300" spc="240" dirty="0">
                <a:latin typeface="Trebuchet MS"/>
                <a:cs typeface="Trebuchet MS"/>
              </a:rPr>
              <a:t>2s</a:t>
            </a:r>
            <a:r>
              <a:rPr sz="2300" spc="-95" dirty="0">
                <a:latin typeface="Trebuchet MS"/>
                <a:cs typeface="Trebuchet MS"/>
              </a:rPr>
              <a:t> </a:t>
            </a:r>
            <a:r>
              <a:rPr sz="2300" spc="125" dirty="0">
                <a:latin typeface="Trebuchet MS"/>
                <a:cs typeface="Trebuchet MS"/>
              </a:rPr>
              <a:t>ease-</a:t>
            </a:r>
            <a:r>
              <a:rPr sz="2300" dirty="0">
                <a:latin typeface="Trebuchet MS"/>
                <a:cs typeface="Trebuchet MS"/>
              </a:rPr>
              <a:t>in-</a:t>
            </a:r>
            <a:r>
              <a:rPr sz="2300" spc="55" dirty="0">
                <a:latin typeface="Trebuchet MS"/>
                <a:cs typeface="Trebuchet MS"/>
              </a:rPr>
              <a:t>out</a:t>
            </a:r>
            <a:r>
              <a:rPr sz="2300" spc="-145" dirty="0">
                <a:latin typeface="Trebuchet MS"/>
                <a:cs typeface="Trebuchet MS"/>
              </a:rPr>
              <a:t> </a:t>
            </a:r>
            <a:r>
              <a:rPr sz="2300" spc="70" dirty="0">
                <a:latin typeface="Trebuchet MS"/>
                <a:cs typeface="Trebuchet MS"/>
              </a:rPr>
              <a:t>0.2s;</a:t>
            </a:r>
            <a:endParaRPr sz="23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8335" y="1621086"/>
            <a:ext cx="3798570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95" dirty="0"/>
              <a:t>CSS</a:t>
            </a:r>
            <a:r>
              <a:rPr spc="-70" dirty="0"/>
              <a:t> </a:t>
            </a:r>
            <a:r>
              <a:rPr spc="180" dirty="0"/>
              <a:t>Transform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8397" y="2392195"/>
            <a:ext cx="7518400" cy="100774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spc="215" dirty="0">
                <a:latin typeface="Trebuchet MS"/>
                <a:cs typeface="Trebuchet MS"/>
              </a:rPr>
              <a:t>Used</a:t>
            </a:r>
            <a:r>
              <a:rPr sz="2300" spc="-13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to</a:t>
            </a:r>
            <a:r>
              <a:rPr sz="2300" spc="-105" dirty="0">
                <a:latin typeface="Trebuchet MS"/>
                <a:cs typeface="Trebuchet MS"/>
              </a:rPr>
              <a:t> </a:t>
            </a:r>
            <a:r>
              <a:rPr sz="2300" spc="100" dirty="0">
                <a:latin typeface="Trebuchet MS"/>
                <a:cs typeface="Trebuchet MS"/>
              </a:rPr>
              <a:t>apply</a:t>
            </a:r>
            <a:r>
              <a:rPr sz="2300" spc="-130" dirty="0">
                <a:latin typeface="Trebuchet MS"/>
                <a:cs typeface="Trebuchet MS"/>
              </a:rPr>
              <a:t> </a:t>
            </a:r>
            <a:r>
              <a:rPr sz="2300" spc="235" dirty="0">
                <a:latin typeface="Trebuchet MS"/>
                <a:cs typeface="Trebuchet MS"/>
              </a:rPr>
              <a:t>2D</a:t>
            </a:r>
            <a:r>
              <a:rPr sz="2300" spc="-120" dirty="0">
                <a:latin typeface="Trebuchet MS"/>
                <a:cs typeface="Trebuchet MS"/>
              </a:rPr>
              <a:t> </a:t>
            </a:r>
            <a:r>
              <a:rPr sz="2300" spc="130" dirty="0">
                <a:latin typeface="Trebuchet MS"/>
                <a:cs typeface="Trebuchet MS"/>
              </a:rPr>
              <a:t>&amp;</a:t>
            </a:r>
            <a:r>
              <a:rPr sz="2300" spc="-95" dirty="0">
                <a:latin typeface="Trebuchet MS"/>
                <a:cs typeface="Trebuchet MS"/>
              </a:rPr>
              <a:t> </a:t>
            </a:r>
            <a:r>
              <a:rPr sz="2300" spc="225" dirty="0">
                <a:latin typeface="Trebuchet MS"/>
                <a:cs typeface="Trebuchet MS"/>
              </a:rPr>
              <a:t>3D</a:t>
            </a:r>
            <a:r>
              <a:rPr sz="2300" spc="-100" dirty="0">
                <a:latin typeface="Trebuchet MS"/>
                <a:cs typeface="Trebuchet MS"/>
              </a:rPr>
              <a:t> </a:t>
            </a:r>
            <a:r>
              <a:rPr sz="2300" spc="90" dirty="0">
                <a:latin typeface="Trebuchet MS"/>
                <a:cs typeface="Trebuchet MS"/>
              </a:rPr>
              <a:t>transformations</a:t>
            </a:r>
            <a:r>
              <a:rPr sz="2300" spc="-1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to</a:t>
            </a:r>
            <a:r>
              <a:rPr sz="2300" spc="-135" dirty="0">
                <a:latin typeface="Trebuchet MS"/>
                <a:cs typeface="Trebuchet MS"/>
              </a:rPr>
              <a:t> </a:t>
            </a:r>
            <a:r>
              <a:rPr sz="2300" spc="145" dirty="0">
                <a:latin typeface="Trebuchet MS"/>
                <a:cs typeface="Trebuchet MS"/>
              </a:rPr>
              <a:t>an</a:t>
            </a:r>
            <a:r>
              <a:rPr sz="2300" spc="-105" dirty="0">
                <a:latin typeface="Trebuchet MS"/>
                <a:cs typeface="Trebuchet MS"/>
              </a:rPr>
              <a:t> </a:t>
            </a:r>
            <a:r>
              <a:rPr sz="2300" spc="55" dirty="0">
                <a:latin typeface="Trebuchet MS"/>
                <a:cs typeface="Trebuchet MS"/>
              </a:rPr>
              <a:t>element</a:t>
            </a:r>
            <a:endParaRPr sz="2300" dirty="0">
              <a:latin typeface="Trebuchet MS"/>
              <a:cs typeface="Trebuchet MS"/>
            </a:endParaRPr>
          </a:p>
          <a:p>
            <a:pPr marL="357505" indent="-187960">
              <a:lnSpc>
                <a:spcPct val="100000"/>
              </a:lnSpc>
              <a:spcBef>
                <a:spcPts val="2195"/>
              </a:spcBef>
              <a:buFont typeface="Arial"/>
              <a:buChar char="•"/>
              <a:tabLst>
                <a:tab pos="357505" algn="l"/>
              </a:tabLst>
            </a:pPr>
            <a:r>
              <a:rPr sz="2300" spc="-10" dirty="0">
                <a:latin typeface="Calibri"/>
                <a:cs typeface="Calibri"/>
              </a:rPr>
              <a:t>rotate</a:t>
            </a:r>
            <a:endParaRPr sz="23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64087" y="4286525"/>
            <a:ext cx="3077845" cy="3784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i="1" dirty="0">
                <a:solidFill>
                  <a:srgbClr val="00AFEF"/>
                </a:solidFill>
                <a:latin typeface="Calibri"/>
                <a:cs typeface="Calibri"/>
              </a:rPr>
              <a:t>transform</a:t>
            </a:r>
            <a:r>
              <a:rPr sz="2300" i="1" dirty="0">
                <a:latin typeface="Calibri"/>
                <a:cs typeface="Calibri"/>
              </a:rPr>
              <a:t>:</a:t>
            </a:r>
            <a:r>
              <a:rPr sz="2300" i="1" spc="-6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rotate(45deg);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5334" y="2977388"/>
            <a:ext cx="2947035" cy="30010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1295" indent="-18859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01295" algn="l"/>
              </a:tabLst>
            </a:pPr>
            <a:r>
              <a:rPr sz="2150" spc="140" dirty="0">
                <a:latin typeface="Trebuchet MS"/>
                <a:cs typeface="Trebuchet MS"/>
              </a:rPr>
              <a:t>Scale</a:t>
            </a:r>
            <a:endParaRPr sz="2150" dirty="0">
              <a:latin typeface="Trebuchet MS"/>
              <a:cs typeface="Trebuchet MS"/>
            </a:endParaRPr>
          </a:p>
          <a:p>
            <a:pPr marL="390525" marR="85090">
              <a:lnSpc>
                <a:spcPct val="160300"/>
              </a:lnSpc>
              <a:spcBef>
                <a:spcPts val="70"/>
              </a:spcBef>
            </a:pPr>
            <a:r>
              <a:rPr sz="1800" spc="50" dirty="0">
                <a:solidFill>
                  <a:srgbClr val="00AFEF"/>
                </a:solidFill>
                <a:latin typeface="Trebuchet MS"/>
                <a:cs typeface="Trebuchet MS"/>
              </a:rPr>
              <a:t>transform</a:t>
            </a:r>
            <a:r>
              <a:rPr sz="1800" spc="50" dirty="0">
                <a:latin typeface="Trebuchet MS"/>
                <a:cs typeface="Trebuchet MS"/>
              </a:rPr>
              <a:t>: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50" dirty="0">
                <a:latin typeface="Trebuchet MS"/>
                <a:cs typeface="Trebuchet MS"/>
              </a:rPr>
              <a:t>scale(2); </a:t>
            </a:r>
            <a:r>
              <a:rPr sz="1800" spc="50" dirty="0">
                <a:solidFill>
                  <a:srgbClr val="00AFEF"/>
                </a:solidFill>
                <a:latin typeface="Trebuchet MS"/>
                <a:cs typeface="Trebuchet MS"/>
              </a:rPr>
              <a:t>transform</a:t>
            </a:r>
            <a:r>
              <a:rPr sz="1800" spc="50" dirty="0">
                <a:latin typeface="Trebuchet MS"/>
                <a:cs typeface="Trebuchet MS"/>
              </a:rPr>
              <a:t>: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40" dirty="0">
                <a:latin typeface="Trebuchet MS"/>
                <a:cs typeface="Trebuchet MS"/>
              </a:rPr>
              <a:t>scale(0.5); </a:t>
            </a:r>
            <a:r>
              <a:rPr sz="1800" spc="50" dirty="0">
                <a:solidFill>
                  <a:srgbClr val="00AFEF"/>
                </a:solidFill>
                <a:latin typeface="Trebuchet MS"/>
                <a:cs typeface="Trebuchet MS"/>
              </a:rPr>
              <a:t>transform</a:t>
            </a:r>
            <a:r>
              <a:rPr sz="1800" spc="50" dirty="0">
                <a:latin typeface="Trebuchet MS"/>
                <a:cs typeface="Trebuchet MS"/>
              </a:rPr>
              <a:t>: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75" dirty="0">
                <a:latin typeface="Trebuchet MS"/>
                <a:cs typeface="Trebuchet MS"/>
              </a:rPr>
              <a:t>scale(1,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2);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365"/>
              </a:spcBef>
            </a:pPr>
            <a:endParaRPr sz="1800" dirty="0">
              <a:latin typeface="Trebuchet MS"/>
              <a:cs typeface="Trebuchet MS"/>
            </a:endParaRPr>
          </a:p>
          <a:p>
            <a:pPr marL="390525" marR="5080">
              <a:lnSpc>
                <a:spcPct val="160500"/>
              </a:lnSpc>
            </a:pPr>
            <a:r>
              <a:rPr sz="1800" spc="50" dirty="0">
                <a:solidFill>
                  <a:srgbClr val="00AFEF"/>
                </a:solidFill>
                <a:latin typeface="Trebuchet MS"/>
                <a:cs typeface="Trebuchet MS"/>
              </a:rPr>
              <a:t>transform</a:t>
            </a:r>
            <a:r>
              <a:rPr sz="1800" spc="50" dirty="0">
                <a:latin typeface="Trebuchet MS"/>
                <a:cs typeface="Trebuchet MS"/>
              </a:rPr>
              <a:t>: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45" dirty="0">
                <a:latin typeface="Trebuchet MS"/>
                <a:cs typeface="Trebuchet MS"/>
              </a:rPr>
              <a:t>scaleX(0.5); </a:t>
            </a:r>
            <a:r>
              <a:rPr sz="1800" spc="50" dirty="0">
                <a:solidFill>
                  <a:srgbClr val="00AFEF"/>
                </a:solidFill>
                <a:latin typeface="Trebuchet MS"/>
                <a:cs typeface="Trebuchet MS"/>
              </a:rPr>
              <a:t>transform</a:t>
            </a:r>
            <a:r>
              <a:rPr sz="1800" spc="50" dirty="0">
                <a:latin typeface="Trebuchet MS"/>
                <a:cs typeface="Trebuchet MS"/>
              </a:rPr>
              <a:t>: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60" dirty="0">
                <a:latin typeface="Trebuchet MS"/>
                <a:cs typeface="Trebuchet MS"/>
              </a:rPr>
              <a:t>scaleY(0.5)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5490" y="1816121"/>
            <a:ext cx="3798570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95" dirty="0"/>
              <a:t>CSS</a:t>
            </a:r>
            <a:r>
              <a:rPr spc="-70" dirty="0"/>
              <a:t> </a:t>
            </a:r>
            <a:r>
              <a:rPr spc="180" dirty="0"/>
              <a:t>Transform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95" dirty="0"/>
              <a:t>CSS</a:t>
            </a:r>
            <a:r>
              <a:rPr spc="-70" dirty="0"/>
              <a:t> </a:t>
            </a:r>
            <a:r>
              <a:rPr spc="180" dirty="0"/>
              <a:t>Transform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5372" y="3009325"/>
            <a:ext cx="4327525" cy="29140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114"/>
              </a:spcBef>
              <a:buFont typeface="Arial"/>
              <a:buChar char="•"/>
              <a:tabLst>
                <a:tab pos="200660" algn="l"/>
              </a:tabLst>
            </a:pPr>
            <a:r>
              <a:rPr sz="2300" spc="70" dirty="0">
                <a:latin typeface="Trebuchet MS"/>
                <a:cs typeface="Trebuchet MS"/>
              </a:rPr>
              <a:t>Translate</a:t>
            </a:r>
            <a:endParaRPr sz="2300" dirty="0">
              <a:latin typeface="Trebuchet MS"/>
              <a:cs typeface="Trebuchet MS"/>
            </a:endParaRPr>
          </a:p>
          <a:p>
            <a:pPr marL="390525" marR="5080">
              <a:lnSpc>
                <a:spcPct val="169700"/>
              </a:lnSpc>
              <a:spcBef>
                <a:spcPts val="85"/>
              </a:spcBef>
            </a:pPr>
            <a:r>
              <a:rPr sz="1950" spc="65" dirty="0">
                <a:solidFill>
                  <a:srgbClr val="00AFEF"/>
                </a:solidFill>
                <a:latin typeface="Trebuchet MS"/>
                <a:cs typeface="Trebuchet MS"/>
              </a:rPr>
              <a:t>transform</a:t>
            </a:r>
            <a:r>
              <a:rPr sz="1950" spc="65" dirty="0">
                <a:latin typeface="Trebuchet MS"/>
                <a:cs typeface="Trebuchet MS"/>
              </a:rPr>
              <a:t>: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45" dirty="0">
                <a:latin typeface="Trebuchet MS"/>
                <a:cs typeface="Trebuchet MS"/>
              </a:rPr>
              <a:t>translate(20px); </a:t>
            </a:r>
            <a:r>
              <a:rPr sz="1950" spc="65" dirty="0">
                <a:solidFill>
                  <a:srgbClr val="00AFEF"/>
                </a:solidFill>
                <a:latin typeface="Trebuchet MS"/>
                <a:cs typeface="Trebuchet MS"/>
              </a:rPr>
              <a:t>transform</a:t>
            </a:r>
            <a:r>
              <a:rPr sz="1950" spc="65" dirty="0">
                <a:latin typeface="Trebuchet MS"/>
                <a:cs typeface="Trebuchet MS"/>
              </a:rPr>
              <a:t>: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translate(20px,50px);</a:t>
            </a:r>
            <a:endParaRPr sz="19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720"/>
              </a:spcBef>
            </a:pPr>
            <a:endParaRPr sz="1950" dirty="0">
              <a:latin typeface="Trebuchet MS"/>
              <a:cs typeface="Trebuchet MS"/>
            </a:endParaRPr>
          </a:p>
          <a:p>
            <a:pPr marL="390525" marR="517525">
              <a:lnSpc>
                <a:spcPct val="169800"/>
              </a:lnSpc>
            </a:pPr>
            <a:r>
              <a:rPr sz="1950" spc="65" dirty="0">
                <a:solidFill>
                  <a:srgbClr val="00AFEF"/>
                </a:solidFill>
                <a:latin typeface="Trebuchet MS"/>
                <a:cs typeface="Trebuchet MS"/>
              </a:rPr>
              <a:t>transform</a:t>
            </a:r>
            <a:r>
              <a:rPr sz="1950" spc="65" dirty="0">
                <a:latin typeface="Trebuchet MS"/>
                <a:cs typeface="Trebuchet MS"/>
              </a:rPr>
              <a:t>: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translateX(20px); </a:t>
            </a:r>
            <a:r>
              <a:rPr sz="1950" spc="65" dirty="0">
                <a:solidFill>
                  <a:srgbClr val="00AFEF"/>
                </a:solidFill>
                <a:latin typeface="Trebuchet MS"/>
                <a:cs typeface="Trebuchet MS"/>
              </a:rPr>
              <a:t>transform</a:t>
            </a:r>
            <a:r>
              <a:rPr sz="1950" spc="65" dirty="0">
                <a:latin typeface="Trebuchet MS"/>
                <a:cs typeface="Trebuchet MS"/>
              </a:rPr>
              <a:t>: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60" dirty="0">
                <a:latin typeface="Trebuchet MS"/>
                <a:cs typeface="Trebuchet MS"/>
              </a:rPr>
              <a:t>translateY(20px)</a:t>
            </a:r>
            <a:endParaRPr sz="195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5490" y="1816121"/>
            <a:ext cx="3798570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95" dirty="0"/>
              <a:t>CSS</a:t>
            </a:r>
            <a:r>
              <a:rPr spc="-70" dirty="0"/>
              <a:t> </a:t>
            </a:r>
            <a:r>
              <a:rPr spc="180" dirty="0"/>
              <a:t>Transform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5372" y="3009325"/>
            <a:ext cx="3458210" cy="897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114"/>
              </a:spcBef>
              <a:buFont typeface="Arial"/>
              <a:buChar char="•"/>
              <a:tabLst>
                <a:tab pos="200660" algn="l"/>
              </a:tabLst>
            </a:pPr>
            <a:r>
              <a:rPr sz="2300" spc="170" dirty="0">
                <a:latin typeface="Trebuchet MS"/>
                <a:cs typeface="Trebuchet MS"/>
              </a:rPr>
              <a:t>Skew</a:t>
            </a:r>
            <a:endParaRPr sz="2300" dirty="0">
              <a:latin typeface="Trebuchet MS"/>
              <a:cs typeface="Trebuchet MS"/>
            </a:endParaRPr>
          </a:p>
          <a:p>
            <a:pPr marL="360680">
              <a:lnSpc>
                <a:spcPct val="100000"/>
              </a:lnSpc>
              <a:spcBef>
                <a:spcPts val="1570"/>
              </a:spcBef>
            </a:pPr>
            <a:r>
              <a:rPr sz="2100" i="1" spc="-1090" dirty="0">
                <a:solidFill>
                  <a:srgbClr val="00AFEF"/>
                </a:solidFill>
                <a:latin typeface="Trebuchet MS"/>
                <a:cs typeface="Trebuchet MS"/>
              </a:rPr>
              <a:t>t</a:t>
            </a:r>
            <a:r>
              <a:rPr sz="2100" i="1" spc="-805" dirty="0">
                <a:solidFill>
                  <a:srgbClr val="00AFEF"/>
                </a:solidFill>
                <a:latin typeface="Trebuchet MS"/>
                <a:cs typeface="Trebuchet MS"/>
              </a:rPr>
              <a:t>r</a:t>
            </a:r>
            <a:r>
              <a:rPr sz="2100" i="1" spc="-690" dirty="0">
                <a:solidFill>
                  <a:srgbClr val="00AFEF"/>
                </a:solidFill>
                <a:latin typeface="Trebuchet MS"/>
                <a:cs typeface="Trebuchet MS"/>
              </a:rPr>
              <a:t>a</a:t>
            </a:r>
            <a:r>
              <a:rPr sz="2100" i="1" spc="-730" dirty="0">
                <a:solidFill>
                  <a:srgbClr val="00AFEF"/>
                </a:solidFill>
                <a:latin typeface="Trebuchet MS"/>
                <a:cs typeface="Trebuchet MS"/>
              </a:rPr>
              <a:t>n</a:t>
            </a:r>
            <a:r>
              <a:rPr sz="2100" i="1" spc="-705" dirty="0">
                <a:solidFill>
                  <a:srgbClr val="00AFEF"/>
                </a:solidFill>
                <a:latin typeface="Trebuchet MS"/>
                <a:cs typeface="Trebuchet MS"/>
              </a:rPr>
              <a:t>s</a:t>
            </a:r>
            <a:r>
              <a:rPr sz="2100" i="1" spc="-1190" dirty="0">
                <a:solidFill>
                  <a:srgbClr val="00AFEF"/>
                </a:solidFill>
                <a:latin typeface="Trebuchet MS"/>
                <a:cs typeface="Trebuchet MS"/>
              </a:rPr>
              <a:t>f</a:t>
            </a:r>
            <a:r>
              <a:rPr sz="2100" i="1" spc="-690" dirty="0">
                <a:solidFill>
                  <a:srgbClr val="00AFEF"/>
                </a:solidFill>
                <a:latin typeface="Trebuchet MS"/>
                <a:cs typeface="Trebuchet MS"/>
              </a:rPr>
              <a:t>o</a:t>
            </a:r>
            <a:r>
              <a:rPr sz="2100" i="1" spc="-745" dirty="0">
                <a:solidFill>
                  <a:srgbClr val="00AFEF"/>
                </a:solidFill>
                <a:latin typeface="Trebuchet MS"/>
                <a:cs typeface="Trebuchet MS"/>
              </a:rPr>
              <a:t>r</a:t>
            </a:r>
            <a:r>
              <a:rPr sz="2100" i="1" spc="-750" dirty="0">
                <a:solidFill>
                  <a:srgbClr val="00AFEF"/>
                </a:solidFill>
                <a:latin typeface="Trebuchet MS"/>
                <a:cs typeface="Trebuchet MS"/>
              </a:rPr>
              <a:t>m</a:t>
            </a:r>
            <a:r>
              <a:rPr sz="2100" i="1" spc="-330" dirty="0">
                <a:latin typeface="Trebuchet MS"/>
                <a:cs typeface="Trebuchet MS"/>
              </a:rPr>
              <a:t>:</a:t>
            </a:r>
            <a:r>
              <a:rPr sz="2100" i="1" spc="-585" dirty="0">
                <a:latin typeface="Trebuchet MS"/>
                <a:cs typeface="Trebuchet MS"/>
              </a:rPr>
              <a:t>s</a:t>
            </a:r>
            <a:r>
              <a:rPr sz="2100" i="1" spc="-760" dirty="0">
                <a:latin typeface="Trebuchet MS"/>
                <a:cs typeface="Trebuchet MS"/>
              </a:rPr>
              <a:t>k</a:t>
            </a:r>
            <a:r>
              <a:rPr sz="2100" i="1" spc="-740" dirty="0">
                <a:latin typeface="Trebuchet MS"/>
                <a:cs typeface="Trebuchet MS"/>
              </a:rPr>
              <a:t>e</a:t>
            </a:r>
            <a:r>
              <a:rPr sz="2100" i="1" spc="-795" dirty="0">
                <a:latin typeface="Trebuchet MS"/>
                <a:cs typeface="Trebuchet MS"/>
              </a:rPr>
              <a:t>w</a:t>
            </a:r>
            <a:r>
              <a:rPr sz="2100" i="1" spc="-940" dirty="0">
                <a:latin typeface="Trebuchet MS"/>
                <a:cs typeface="Trebuchet MS"/>
              </a:rPr>
              <a:t>(</a:t>
            </a:r>
            <a:r>
              <a:rPr sz="2100" i="1" spc="-705" dirty="0">
                <a:latin typeface="Trebuchet MS"/>
                <a:cs typeface="Trebuchet MS"/>
              </a:rPr>
              <a:t>2</a:t>
            </a:r>
            <a:r>
              <a:rPr sz="2100" i="1" spc="-690" dirty="0">
                <a:latin typeface="Trebuchet MS"/>
                <a:cs typeface="Trebuchet MS"/>
              </a:rPr>
              <a:t>0</a:t>
            </a:r>
            <a:r>
              <a:rPr sz="2100" i="1" spc="-715" dirty="0">
                <a:latin typeface="Trebuchet MS"/>
                <a:cs typeface="Trebuchet MS"/>
              </a:rPr>
              <a:t>d</a:t>
            </a:r>
            <a:r>
              <a:rPr sz="2100" i="1" spc="-740" dirty="0">
                <a:latin typeface="Trebuchet MS"/>
                <a:cs typeface="Trebuchet MS"/>
              </a:rPr>
              <a:t>e</a:t>
            </a:r>
            <a:r>
              <a:rPr sz="2100" i="1" spc="-695" dirty="0">
                <a:latin typeface="Trebuchet MS"/>
                <a:cs typeface="Trebuchet MS"/>
              </a:rPr>
              <a:t>g</a:t>
            </a:r>
            <a:r>
              <a:rPr sz="2100" i="1" spc="-940" dirty="0">
                <a:latin typeface="Trebuchet MS"/>
                <a:cs typeface="Trebuchet MS"/>
              </a:rPr>
              <a:t>)</a:t>
            </a:r>
            <a:r>
              <a:rPr sz="2100" i="1" spc="45" dirty="0">
                <a:latin typeface="Trebuchet MS"/>
                <a:cs typeface="Trebuchet MS"/>
              </a:rPr>
              <a:t>;</a:t>
            </a:r>
            <a:endParaRPr sz="21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80" dirty="0"/>
              <a:t>Animation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5372" y="2338769"/>
            <a:ext cx="4465955" cy="25704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spc="55" dirty="0">
                <a:latin typeface="Trebuchet MS"/>
                <a:cs typeface="Trebuchet MS"/>
              </a:rPr>
              <a:t>To</a:t>
            </a:r>
            <a:r>
              <a:rPr sz="2300" spc="-114" dirty="0">
                <a:latin typeface="Trebuchet MS"/>
                <a:cs typeface="Trebuchet MS"/>
              </a:rPr>
              <a:t> </a:t>
            </a:r>
            <a:r>
              <a:rPr sz="2300" spc="70" dirty="0">
                <a:latin typeface="Trebuchet MS"/>
                <a:cs typeface="Trebuchet MS"/>
              </a:rPr>
              <a:t>animate</a:t>
            </a:r>
            <a:r>
              <a:rPr sz="2300" spc="-140" dirty="0">
                <a:latin typeface="Trebuchet MS"/>
                <a:cs typeface="Trebuchet MS"/>
              </a:rPr>
              <a:t> </a:t>
            </a:r>
            <a:r>
              <a:rPr sz="2300" spc="400" dirty="0">
                <a:latin typeface="Trebuchet MS"/>
                <a:cs typeface="Trebuchet MS"/>
              </a:rPr>
              <a:t>CSS</a:t>
            </a:r>
            <a:r>
              <a:rPr sz="2300" spc="-145" dirty="0">
                <a:latin typeface="Trebuchet MS"/>
                <a:cs typeface="Trebuchet MS"/>
              </a:rPr>
              <a:t> </a:t>
            </a:r>
            <a:r>
              <a:rPr sz="2300" spc="85" dirty="0">
                <a:latin typeface="Trebuchet MS"/>
                <a:cs typeface="Trebuchet MS"/>
              </a:rPr>
              <a:t>elements</a:t>
            </a: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2300">
              <a:latin typeface="Trebuchet MS"/>
              <a:cs typeface="Trebuchet MS"/>
            </a:endParaRPr>
          </a:p>
          <a:p>
            <a:pPr marL="372110">
              <a:lnSpc>
                <a:spcPct val="100000"/>
              </a:lnSpc>
            </a:pPr>
            <a:r>
              <a:rPr sz="2100" i="1" spc="-620" dirty="0">
                <a:solidFill>
                  <a:srgbClr val="00AFEF"/>
                </a:solidFill>
                <a:latin typeface="Trebuchet MS"/>
                <a:cs typeface="Trebuchet MS"/>
              </a:rPr>
              <a:t>@</a:t>
            </a:r>
            <a:r>
              <a:rPr sz="2100" i="1" spc="-770" dirty="0">
                <a:solidFill>
                  <a:srgbClr val="00AFEF"/>
                </a:solidFill>
                <a:latin typeface="Trebuchet MS"/>
                <a:cs typeface="Trebuchet MS"/>
              </a:rPr>
              <a:t>ke</a:t>
            </a:r>
            <a:r>
              <a:rPr sz="2100" i="1" spc="-860" dirty="0">
                <a:solidFill>
                  <a:srgbClr val="00AFEF"/>
                </a:solidFill>
                <a:latin typeface="Trebuchet MS"/>
                <a:cs typeface="Trebuchet MS"/>
              </a:rPr>
              <a:t>y</a:t>
            </a:r>
            <a:r>
              <a:rPr sz="2100" i="1" spc="-1145" dirty="0">
                <a:solidFill>
                  <a:srgbClr val="00AFEF"/>
                </a:solidFill>
                <a:latin typeface="Trebuchet MS"/>
                <a:cs typeface="Trebuchet MS"/>
              </a:rPr>
              <a:t>f</a:t>
            </a:r>
            <a:r>
              <a:rPr sz="2100" i="1" spc="-795" dirty="0">
                <a:solidFill>
                  <a:srgbClr val="00AFEF"/>
                </a:solidFill>
                <a:latin typeface="Trebuchet MS"/>
                <a:cs typeface="Trebuchet MS"/>
              </a:rPr>
              <a:t>r</a:t>
            </a:r>
            <a:r>
              <a:rPr sz="2100" i="1" spc="-715" dirty="0">
                <a:solidFill>
                  <a:srgbClr val="00AFEF"/>
                </a:solidFill>
                <a:latin typeface="Trebuchet MS"/>
                <a:cs typeface="Trebuchet MS"/>
              </a:rPr>
              <a:t>a</a:t>
            </a:r>
            <a:r>
              <a:rPr sz="2100" i="1" spc="-760" dirty="0">
                <a:solidFill>
                  <a:srgbClr val="00AFEF"/>
                </a:solidFill>
                <a:latin typeface="Trebuchet MS"/>
                <a:cs typeface="Trebuchet MS"/>
              </a:rPr>
              <a:t>m</a:t>
            </a:r>
            <a:r>
              <a:rPr sz="2100" i="1" spc="-254" dirty="0">
                <a:solidFill>
                  <a:srgbClr val="00AFEF"/>
                </a:solidFill>
                <a:latin typeface="Trebuchet MS"/>
                <a:cs typeface="Trebuchet MS"/>
              </a:rPr>
              <a:t>e</a:t>
            </a:r>
            <a:r>
              <a:rPr sz="2100" i="1" spc="-740" dirty="0">
                <a:solidFill>
                  <a:srgbClr val="00AFEF"/>
                </a:solidFill>
                <a:latin typeface="Trebuchet MS"/>
                <a:cs typeface="Trebuchet MS"/>
              </a:rPr>
              <a:t>m</a:t>
            </a:r>
            <a:r>
              <a:rPr sz="2100" i="1" spc="-735" dirty="0">
                <a:solidFill>
                  <a:srgbClr val="00AFEF"/>
                </a:solidFill>
                <a:latin typeface="Trebuchet MS"/>
                <a:cs typeface="Trebuchet MS"/>
              </a:rPr>
              <a:t>y</a:t>
            </a:r>
            <a:r>
              <a:rPr sz="2100" i="1" spc="-685" dirty="0">
                <a:solidFill>
                  <a:srgbClr val="00AFEF"/>
                </a:solidFill>
                <a:latin typeface="Trebuchet MS"/>
                <a:cs typeface="Trebuchet MS"/>
              </a:rPr>
              <a:t>N</a:t>
            </a:r>
            <a:r>
              <a:rPr sz="2100" i="1" spc="-700" dirty="0">
                <a:solidFill>
                  <a:srgbClr val="00AFEF"/>
                </a:solidFill>
                <a:latin typeface="Trebuchet MS"/>
                <a:cs typeface="Trebuchet MS"/>
              </a:rPr>
              <a:t>a</a:t>
            </a:r>
            <a:r>
              <a:rPr sz="2100" i="1" spc="-760" dirty="0">
                <a:solidFill>
                  <a:srgbClr val="00AFEF"/>
                </a:solidFill>
                <a:latin typeface="Trebuchet MS"/>
                <a:cs typeface="Trebuchet MS"/>
              </a:rPr>
              <a:t>m</a:t>
            </a:r>
            <a:r>
              <a:rPr sz="2100" i="1" spc="-235" dirty="0">
                <a:solidFill>
                  <a:srgbClr val="00AFEF"/>
                </a:solidFill>
                <a:latin typeface="Trebuchet MS"/>
                <a:cs typeface="Trebuchet MS"/>
              </a:rPr>
              <a:t>e</a:t>
            </a:r>
            <a:r>
              <a:rPr sz="2100" i="1" spc="35" dirty="0">
                <a:solidFill>
                  <a:srgbClr val="00AFEF"/>
                </a:solidFill>
                <a:latin typeface="Trebuchet MS"/>
                <a:cs typeface="Trebuchet MS"/>
              </a:rPr>
              <a:t>{</a:t>
            </a:r>
            <a:endParaRPr sz="2100">
              <a:latin typeface="Trebuchet MS"/>
              <a:cs typeface="Trebuchet MS"/>
            </a:endParaRPr>
          </a:p>
          <a:p>
            <a:pPr marL="1491615" marR="5080" indent="-5080">
              <a:lnSpc>
                <a:spcPts val="3979"/>
              </a:lnSpc>
              <a:spcBef>
                <a:spcPts val="370"/>
              </a:spcBef>
            </a:pPr>
            <a:r>
              <a:rPr sz="2100" i="1" spc="-1170" dirty="0">
                <a:latin typeface="Trebuchet MS"/>
                <a:cs typeface="Trebuchet MS"/>
              </a:rPr>
              <a:t>f</a:t>
            </a:r>
            <a:r>
              <a:rPr sz="2100" i="1" spc="-860" dirty="0">
                <a:latin typeface="Trebuchet MS"/>
                <a:cs typeface="Trebuchet MS"/>
              </a:rPr>
              <a:t>r</a:t>
            </a:r>
            <a:r>
              <a:rPr sz="2100" i="1" spc="-725" dirty="0">
                <a:latin typeface="Trebuchet MS"/>
                <a:cs typeface="Trebuchet MS"/>
              </a:rPr>
              <a:t>o</a:t>
            </a:r>
            <a:r>
              <a:rPr sz="2100" i="1" spc="-290" dirty="0">
                <a:latin typeface="Trebuchet MS"/>
                <a:cs typeface="Trebuchet MS"/>
              </a:rPr>
              <a:t>m</a:t>
            </a:r>
            <a:r>
              <a:rPr sz="2100" i="1" spc="-430" dirty="0">
                <a:latin typeface="Trebuchet MS"/>
                <a:cs typeface="Trebuchet MS"/>
              </a:rPr>
              <a:t>{</a:t>
            </a:r>
            <a:r>
              <a:rPr sz="2100" i="1" spc="-1225" dirty="0">
                <a:latin typeface="Trebuchet MS"/>
                <a:cs typeface="Trebuchet MS"/>
              </a:rPr>
              <a:t>f</a:t>
            </a:r>
            <a:r>
              <a:rPr sz="2100" i="1" spc="-725" dirty="0">
                <a:latin typeface="Trebuchet MS"/>
                <a:cs typeface="Trebuchet MS"/>
              </a:rPr>
              <a:t>o</a:t>
            </a:r>
            <a:r>
              <a:rPr sz="2100" i="1" spc="-850" dirty="0">
                <a:latin typeface="Trebuchet MS"/>
                <a:cs typeface="Trebuchet MS"/>
              </a:rPr>
              <a:t>n</a:t>
            </a:r>
            <a:r>
              <a:rPr sz="2100" i="1" spc="-1270" dirty="0">
                <a:latin typeface="Trebuchet MS"/>
                <a:cs typeface="Trebuchet MS"/>
              </a:rPr>
              <a:t>t</a:t>
            </a:r>
            <a:r>
              <a:rPr sz="2100" i="1" spc="-1035" dirty="0">
                <a:latin typeface="Trebuchet MS"/>
                <a:cs typeface="Trebuchet MS"/>
              </a:rPr>
              <a:t>-</a:t>
            </a:r>
            <a:r>
              <a:rPr sz="2100" i="1" spc="-780" dirty="0">
                <a:latin typeface="Trebuchet MS"/>
                <a:cs typeface="Trebuchet MS"/>
              </a:rPr>
              <a:t>s</a:t>
            </a:r>
            <a:r>
              <a:rPr sz="2100" i="1" spc="-1215" dirty="0">
                <a:latin typeface="Trebuchet MS"/>
                <a:cs typeface="Trebuchet MS"/>
              </a:rPr>
              <a:t>i</a:t>
            </a:r>
            <a:r>
              <a:rPr sz="2100" i="1" spc="-740" dirty="0">
                <a:latin typeface="Trebuchet MS"/>
                <a:cs typeface="Trebuchet MS"/>
              </a:rPr>
              <a:t>z</a:t>
            </a:r>
            <a:r>
              <a:rPr sz="2100" i="1" spc="-260" dirty="0">
                <a:latin typeface="Trebuchet MS"/>
                <a:cs typeface="Trebuchet MS"/>
              </a:rPr>
              <a:t>e</a:t>
            </a:r>
            <a:r>
              <a:rPr sz="2100" i="1" spc="-300" dirty="0">
                <a:latin typeface="Trebuchet MS"/>
                <a:cs typeface="Trebuchet MS"/>
              </a:rPr>
              <a:t>:</a:t>
            </a:r>
            <a:r>
              <a:rPr sz="2100" i="1" spc="-700" dirty="0">
                <a:latin typeface="Trebuchet MS"/>
                <a:cs typeface="Trebuchet MS"/>
              </a:rPr>
              <a:t>2</a:t>
            </a:r>
            <a:r>
              <a:rPr sz="2100" i="1" spc="-685" dirty="0">
                <a:latin typeface="Trebuchet MS"/>
                <a:cs typeface="Trebuchet MS"/>
              </a:rPr>
              <a:t>0</a:t>
            </a:r>
            <a:r>
              <a:rPr sz="2100" i="1" spc="-710" dirty="0">
                <a:latin typeface="Trebuchet MS"/>
                <a:cs typeface="Trebuchet MS"/>
              </a:rPr>
              <a:t>p</a:t>
            </a:r>
            <a:r>
              <a:rPr sz="2100" i="1" spc="-760" dirty="0">
                <a:latin typeface="Trebuchet MS"/>
                <a:cs typeface="Trebuchet MS"/>
              </a:rPr>
              <a:t>x</a:t>
            </a:r>
            <a:r>
              <a:rPr sz="2100" i="1" spc="-300" dirty="0">
                <a:latin typeface="Trebuchet MS"/>
                <a:cs typeface="Trebuchet MS"/>
              </a:rPr>
              <a:t>;</a:t>
            </a:r>
            <a:r>
              <a:rPr sz="2100" i="1" spc="50" dirty="0">
                <a:latin typeface="Trebuchet MS"/>
                <a:cs typeface="Trebuchet MS"/>
              </a:rPr>
              <a:t>}</a:t>
            </a:r>
            <a:r>
              <a:rPr sz="2100" i="1" spc="525" dirty="0">
                <a:latin typeface="Trebuchet MS"/>
                <a:cs typeface="Trebuchet MS"/>
              </a:rPr>
              <a:t>        </a:t>
            </a:r>
            <a:r>
              <a:rPr sz="2100" i="1" spc="-975" dirty="0">
                <a:latin typeface="Trebuchet MS"/>
                <a:cs typeface="Trebuchet MS"/>
              </a:rPr>
              <a:t>t</a:t>
            </a:r>
            <a:r>
              <a:rPr sz="2100" i="1" spc="-105" dirty="0">
                <a:latin typeface="Trebuchet MS"/>
                <a:cs typeface="Trebuchet MS"/>
              </a:rPr>
              <a:t>o</a:t>
            </a:r>
            <a:r>
              <a:rPr sz="2100" i="1" spc="-300" dirty="0">
                <a:latin typeface="Trebuchet MS"/>
                <a:cs typeface="Trebuchet MS"/>
              </a:rPr>
              <a:t>{</a:t>
            </a:r>
            <a:r>
              <a:rPr sz="2100" i="1" spc="-1075" dirty="0">
                <a:latin typeface="Trebuchet MS"/>
                <a:cs typeface="Trebuchet MS"/>
              </a:rPr>
              <a:t>f</a:t>
            </a:r>
            <a:r>
              <a:rPr sz="2100" i="1" spc="-575" dirty="0">
                <a:latin typeface="Trebuchet MS"/>
                <a:cs typeface="Trebuchet MS"/>
              </a:rPr>
              <a:t>o</a:t>
            </a:r>
            <a:r>
              <a:rPr sz="2100" i="1" spc="-680" dirty="0">
                <a:latin typeface="Trebuchet MS"/>
                <a:cs typeface="Trebuchet MS"/>
              </a:rPr>
              <a:t>n</a:t>
            </a:r>
            <a:r>
              <a:rPr sz="2100" i="1" spc="-1145" dirty="0">
                <a:latin typeface="Trebuchet MS"/>
                <a:cs typeface="Trebuchet MS"/>
              </a:rPr>
              <a:t>t</a:t>
            </a:r>
            <a:r>
              <a:rPr sz="2100" i="1" spc="-925" dirty="0">
                <a:latin typeface="Trebuchet MS"/>
                <a:cs typeface="Trebuchet MS"/>
              </a:rPr>
              <a:t>-</a:t>
            </a:r>
            <a:r>
              <a:rPr sz="2100" i="1" spc="-790" dirty="0">
                <a:latin typeface="Trebuchet MS"/>
                <a:cs typeface="Trebuchet MS"/>
              </a:rPr>
              <a:t>s</a:t>
            </a:r>
            <a:r>
              <a:rPr sz="2100" i="1" spc="-1225" dirty="0">
                <a:latin typeface="Trebuchet MS"/>
                <a:cs typeface="Trebuchet MS"/>
              </a:rPr>
              <a:t>i</a:t>
            </a:r>
            <a:r>
              <a:rPr sz="2100" i="1" spc="-750" dirty="0">
                <a:latin typeface="Trebuchet MS"/>
                <a:cs typeface="Trebuchet MS"/>
              </a:rPr>
              <a:t>z</a:t>
            </a:r>
            <a:r>
              <a:rPr sz="2100" i="1" spc="-250" dirty="0">
                <a:latin typeface="Trebuchet MS"/>
                <a:cs typeface="Trebuchet MS"/>
              </a:rPr>
              <a:t>e</a:t>
            </a:r>
            <a:r>
              <a:rPr sz="2100" i="1" spc="-310" dirty="0">
                <a:latin typeface="Trebuchet MS"/>
                <a:cs typeface="Trebuchet MS"/>
              </a:rPr>
              <a:t>:</a:t>
            </a:r>
            <a:r>
              <a:rPr sz="2100" i="1" spc="-710" dirty="0">
                <a:latin typeface="Trebuchet MS"/>
                <a:cs typeface="Trebuchet MS"/>
              </a:rPr>
              <a:t>4</a:t>
            </a:r>
            <a:r>
              <a:rPr sz="2100" i="1" spc="-695" dirty="0">
                <a:latin typeface="Trebuchet MS"/>
                <a:cs typeface="Trebuchet MS"/>
              </a:rPr>
              <a:t>0</a:t>
            </a:r>
            <a:r>
              <a:rPr sz="2100" i="1" spc="-720" dirty="0">
                <a:latin typeface="Trebuchet MS"/>
                <a:cs typeface="Trebuchet MS"/>
              </a:rPr>
              <a:t>p</a:t>
            </a:r>
            <a:r>
              <a:rPr sz="2100" i="1" spc="-770" dirty="0">
                <a:latin typeface="Trebuchet MS"/>
                <a:cs typeface="Trebuchet MS"/>
              </a:rPr>
              <a:t>x</a:t>
            </a:r>
            <a:r>
              <a:rPr sz="2100" i="1" spc="-335" dirty="0">
                <a:latin typeface="Trebuchet MS"/>
                <a:cs typeface="Trebuchet MS"/>
              </a:rPr>
              <a:t>;</a:t>
            </a:r>
            <a:r>
              <a:rPr sz="2100" i="1" spc="40" dirty="0">
                <a:latin typeface="Trebuchet MS"/>
                <a:cs typeface="Trebuchet MS"/>
              </a:rPr>
              <a:t>}</a:t>
            </a:r>
            <a:endParaRPr sz="2100">
              <a:latin typeface="Trebuchet MS"/>
              <a:cs typeface="Trebuchet MS"/>
            </a:endParaRPr>
          </a:p>
          <a:p>
            <a:pPr marL="748665">
              <a:lnSpc>
                <a:spcPct val="100000"/>
              </a:lnSpc>
              <a:spcBef>
                <a:spcPts val="1080"/>
              </a:spcBef>
            </a:pPr>
            <a:r>
              <a:rPr sz="2100" i="1" spc="-50" dirty="0">
                <a:solidFill>
                  <a:srgbClr val="00AFEF"/>
                </a:solidFill>
                <a:latin typeface="Trebuchet MS"/>
                <a:cs typeface="Trebuchet MS"/>
              </a:rPr>
              <a:t>}</a:t>
            </a:r>
            <a:endParaRPr sz="2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90" dirty="0"/>
              <a:t>Animation</a:t>
            </a:r>
            <a:r>
              <a:rPr spc="-60" dirty="0"/>
              <a:t> </a:t>
            </a:r>
            <a:r>
              <a:rPr spc="229" dirty="0"/>
              <a:t>Properties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57485" y="2654299"/>
            <a:ext cx="3856990" cy="275908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114"/>
              </a:spcBef>
              <a:buFont typeface="Arial"/>
              <a:buChar char="•"/>
              <a:tabLst>
                <a:tab pos="200660" algn="l"/>
              </a:tabLst>
            </a:pPr>
            <a:r>
              <a:rPr sz="2300" spc="50" dirty="0">
                <a:latin typeface="Trebuchet MS"/>
                <a:cs typeface="Trebuchet MS"/>
              </a:rPr>
              <a:t>animation-</a:t>
            </a:r>
            <a:r>
              <a:rPr sz="2300" spc="110" dirty="0">
                <a:latin typeface="Trebuchet MS"/>
                <a:cs typeface="Trebuchet MS"/>
              </a:rPr>
              <a:t>name</a:t>
            </a:r>
            <a:endParaRPr sz="2300" dirty="0">
              <a:latin typeface="Trebuchet MS"/>
              <a:cs typeface="Trebuchet MS"/>
            </a:endParaRPr>
          </a:p>
          <a:p>
            <a:pPr marL="200660" indent="-187960">
              <a:lnSpc>
                <a:spcPct val="100000"/>
              </a:lnSpc>
              <a:spcBef>
                <a:spcPts val="1945"/>
              </a:spcBef>
              <a:buFont typeface="Arial"/>
              <a:buChar char="•"/>
              <a:tabLst>
                <a:tab pos="200660" algn="l"/>
              </a:tabLst>
            </a:pPr>
            <a:r>
              <a:rPr sz="2300" spc="50" dirty="0">
                <a:latin typeface="Trebuchet MS"/>
                <a:cs typeface="Trebuchet MS"/>
              </a:rPr>
              <a:t>animation-</a:t>
            </a:r>
            <a:r>
              <a:rPr sz="2300" spc="55" dirty="0">
                <a:latin typeface="Trebuchet MS"/>
                <a:cs typeface="Trebuchet MS"/>
              </a:rPr>
              <a:t>duration</a:t>
            </a:r>
            <a:endParaRPr sz="2300" dirty="0">
              <a:latin typeface="Trebuchet MS"/>
              <a:cs typeface="Trebuchet MS"/>
            </a:endParaRPr>
          </a:p>
          <a:p>
            <a:pPr marL="200660" indent="-187960">
              <a:lnSpc>
                <a:spcPct val="100000"/>
              </a:lnSpc>
              <a:spcBef>
                <a:spcPts val="1939"/>
              </a:spcBef>
              <a:buFont typeface="Arial"/>
              <a:buChar char="•"/>
              <a:tabLst>
                <a:tab pos="200660" algn="l"/>
              </a:tabLst>
            </a:pPr>
            <a:r>
              <a:rPr sz="2300" spc="50" dirty="0">
                <a:latin typeface="Trebuchet MS"/>
                <a:cs typeface="Trebuchet MS"/>
              </a:rPr>
              <a:t>animation-</a:t>
            </a:r>
            <a:r>
              <a:rPr sz="2300" dirty="0">
                <a:latin typeface="Trebuchet MS"/>
                <a:cs typeface="Trebuchet MS"/>
              </a:rPr>
              <a:t>timing-</a:t>
            </a:r>
            <a:r>
              <a:rPr sz="2300" spc="55" dirty="0">
                <a:latin typeface="Trebuchet MS"/>
                <a:cs typeface="Trebuchet MS"/>
              </a:rPr>
              <a:t>function</a:t>
            </a:r>
            <a:endParaRPr sz="2300" dirty="0">
              <a:latin typeface="Trebuchet MS"/>
              <a:cs typeface="Trebuchet MS"/>
            </a:endParaRPr>
          </a:p>
          <a:p>
            <a:pPr marL="200660" indent="-187960">
              <a:lnSpc>
                <a:spcPct val="100000"/>
              </a:lnSpc>
              <a:spcBef>
                <a:spcPts val="1945"/>
              </a:spcBef>
              <a:buFont typeface="Arial"/>
              <a:buChar char="•"/>
              <a:tabLst>
                <a:tab pos="200660" algn="l"/>
              </a:tabLst>
            </a:pPr>
            <a:r>
              <a:rPr sz="2300" spc="50" dirty="0">
                <a:latin typeface="Trebuchet MS"/>
                <a:cs typeface="Trebuchet MS"/>
              </a:rPr>
              <a:t>animation-</a:t>
            </a:r>
            <a:r>
              <a:rPr sz="2300" spc="80" dirty="0">
                <a:latin typeface="Trebuchet MS"/>
                <a:cs typeface="Trebuchet MS"/>
              </a:rPr>
              <a:t>delay</a:t>
            </a:r>
            <a:endParaRPr sz="23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945"/>
              </a:spcBef>
              <a:tabLst>
                <a:tab pos="200660" algn="l"/>
              </a:tabLst>
            </a:pPr>
            <a:r>
              <a:rPr lang="en-IN" sz="2300" spc="50" dirty="0" smtClean="0">
                <a:latin typeface="Trebuchet MS"/>
                <a:cs typeface="Trebuchet MS"/>
              </a:rPr>
              <a:t> </a:t>
            </a:r>
            <a:r>
              <a:rPr sz="2300" spc="50" dirty="0" smtClean="0">
                <a:latin typeface="Trebuchet MS"/>
                <a:cs typeface="Trebuchet MS"/>
              </a:rPr>
              <a:t>animation-</a:t>
            </a:r>
            <a:r>
              <a:rPr sz="2300" spc="60" dirty="0" smtClean="0">
                <a:latin typeface="Trebuchet MS"/>
                <a:cs typeface="Trebuchet MS"/>
              </a:rPr>
              <a:t>direction</a:t>
            </a:r>
            <a:endParaRPr sz="23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4152" y="3797292"/>
            <a:ext cx="6839584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i="1" spc="-805" dirty="0">
                <a:solidFill>
                  <a:srgbClr val="00AFEF"/>
                </a:solidFill>
                <a:latin typeface="Trebuchet MS"/>
                <a:cs typeface="Trebuchet MS"/>
              </a:rPr>
              <a:t>a</a:t>
            </a:r>
            <a:r>
              <a:rPr sz="2450" i="1" spc="-1125" dirty="0">
                <a:solidFill>
                  <a:srgbClr val="00AFEF"/>
                </a:solidFill>
                <a:latin typeface="Trebuchet MS"/>
                <a:cs typeface="Trebuchet MS"/>
              </a:rPr>
              <a:t>n</a:t>
            </a:r>
            <a:r>
              <a:rPr sz="2450" i="1" spc="-1415" dirty="0">
                <a:solidFill>
                  <a:srgbClr val="00AFEF"/>
                </a:solidFill>
                <a:latin typeface="Trebuchet MS"/>
                <a:cs typeface="Trebuchet MS"/>
              </a:rPr>
              <a:t>i</a:t>
            </a:r>
            <a:r>
              <a:rPr sz="2450" i="1" spc="-855" dirty="0">
                <a:solidFill>
                  <a:srgbClr val="00AFEF"/>
                </a:solidFill>
                <a:latin typeface="Trebuchet MS"/>
                <a:cs typeface="Trebuchet MS"/>
              </a:rPr>
              <a:t>m</a:t>
            </a:r>
            <a:r>
              <a:rPr sz="2450" i="1" spc="-969" dirty="0">
                <a:solidFill>
                  <a:srgbClr val="00AFEF"/>
                </a:solidFill>
                <a:latin typeface="Trebuchet MS"/>
                <a:cs typeface="Trebuchet MS"/>
              </a:rPr>
              <a:t>a</a:t>
            </a:r>
            <a:r>
              <a:rPr sz="2450" i="1" spc="-1630" dirty="0">
                <a:solidFill>
                  <a:srgbClr val="00AFEF"/>
                </a:solidFill>
                <a:latin typeface="Trebuchet MS"/>
                <a:cs typeface="Trebuchet MS"/>
              </a:rPr>
              <a:t>t</a:t>
            </a:r>
            <a:r>
              <a:rPr sz="2450" i="1" spc="-1415" dirty="0">
                <a:solidFill>
                  <a:srgbClr val="00AFEF"/>
                </a:solidFill>
                <a:latin typeface="Trebuchet MS"/>
                <a:cs typeface="Trebuchet MS"/>
              </a:rPr>
              <a:t>i</a:t>
            </a:r>
            <a:r>
              <a:rPr sz="2450" i="1" spc="-805" dirty="0">
                <a:solidFill>
                  <a:srgbClr val="00AFEF"/>
                </a:solidFill>
                <a:latin typeface="Trebuchet MS"/>
                <a:cs typeface="Trebuchet MS"/>
              </a:rPr>
              <a:t>o</a:t>
            </a:r>
            <a:r>
              <a:rPr sz="2450" i="1" spc="-330" dirty="0">
                <a:solidFill>
                  <a:srgbClr val="00AFEF"/>
                </a:solidFill>
                <a:latin typeface="Trebuchet MS"/>
                <a:cs typeface="Trebuchet MS"/>
              </a:rPr>
              <a:t>n</a:t>
            </a:r>
            <a:r>
              <a:rPr sz="2450" i="1" spc="-385" dirty="0">
                <a:latin typeface="Trebuchet MS"/>
                <a:cs typeface="Trebuchet MS"/>
              </a:rPr>
              <a:t>:</a:t>
            </a:r>
            <a:r>
              <a:rPr sz="2450" i="1" spc="-855" dirty="0">
                <a:latin typeface="Trebuchet MS"/>
                <a:cs typeface="Trebuchet MS"/>
              </a:rPr>
              <a:t>m</a:t>
            </a:r>
            <a:r>
              <a:rPr sz="2450" i="1" spc="-850" dirty="0">
                <a:latin typeface="Trebuchet MS"/>
                <a:cs typeface="Trebuchet MS"/>
              </a:rPr>
              <a:t>y</a:t>
            </a:r>
            <a:r>
              <a:rPr sz="2450" i="1" spc="-775" dirty="0">
                <a:latin typeface="Trebuchet MS"/>
                <a:cs typeface="Trebuchet MS"/>
              </a:rPr>
              <a:t>N</a:t>
            </a:r>
            <a:r>
              <a:rPr sz="2450" i="1" spc="-805" dirty="0">
                <a:latin typeface="Trebuchet MS"/>
                <a:cs typeface="Trebuchet MS"/>
              </a:rPr>
              <a:t>a</a:t>
            </a:r>
            <a:r>
              <a:rPr sz="2450" i="1" spc="-880" dirty="0">
                <a:latin typeface="Trebuchet MS"/>
                <a:cs typeface="Trebuchet MS"/>
              </a:rPr>
              <a:t>m</a:t>
            </a:r>
            <a:r>
              <a:rPr sz="2450" i="1" spc="-330" dirty="0">
                <a:latin typeface="Trebuchet MS"/>
                <a:cs typeface="Trebuchet MS"/>
              </a:rPr>
              <a:t>e</a:t>
            </a:r>
            <a:r>
              <a:rPr sz="2450" i="1" spc="-805" dirty="0">
                <a:latin typeface="Trebuchet MS"/>
                <a:cs typeface="Trebuchet MS"/>
              </a:rPr>
              <a:t>2</a:t>
            </a:r>
            <a:r>
              <a:rPr sz="2450" i="1" spc="-470" dirty="0">
                <a:latin typeface="Trebuchet MS"/>
                <a:cs typeface="Trebuchet MS"/>
              </a:rPr>
              <a:t>s</a:t>
            </a:r>
            <a:r>
              <a:rPr sz="2450" i="1" spc="-1914" dirty="0">
                <a:latin typeface="Trebuchet MS"/>
                <a:cs typeface="Trebuchet MS"/>
              </a:rPr>
              <a:t>l</a:t>
            </a:r>
            <a:r>
              <a:rPr sz="2450" i="1" spc="-1415" dirty="0">
                <a:latin typeface="Trebuchet MS"/>
                <a:cs typeface="Trebuchet MS"/>
              </a:rPr>
              <a:t>i</a:t>
            </a:r>
            <a:r>
              <a:rPr sz="2450" i="1" spc="-825" dirty="0">
                <a:latin typeface="Trebuchet MS"/>
                <a:cs typeface="Trebuchet MS"/>
              </a:rPr>
              <a:t>ne</a:t>
            </a:r>
            <a:r>
              <a:rPr sz="2450" i="1" spc="-830" dirty="0">
                <a:latin typeface="Trebuchet MS"/>
                <a:cs typeface="Trebuchet MS"/>
              </a:rPr>
              <a:t>a</a:t>
            </a:r>
            <a:r>
              <a:rPr sz="2450" i="1" spc="-320" dirty="0">
                <a:latin typeface="Trebuchet MS"/>
                <a:cs typeface="Trebuchet MS"/>
              </a:rPr>
              <a:t>r</a:t>
            </a:r>
            <a:r>
              <a:rPr sz="2450" i="1" spc="-830" dirty="0">
                <a:latin typeface="Trebuchet MS"/>
                <a:cs typeface="Trebuchet MS"/>
              </a:rPr>
              <a:t>3</a:t>
            </a:r>
            <a:r>
              <a:rPr sz="2450" i="1" spc="-450" dirty="0">
                <a:latin typeface="Trebuchet MS"/>
                <a:cs typeface="Trebuchet MS"/>
              </a:rPr>
              <a:t>s</a:t>
            </a:r>
            <a:r>
              <a:rPr sz="2450" i="1" spc="-1415" dirty="0">
                <a:latin typeface="Trebuchet MS"/>
                <a:cs typeface="Trebuchet MS"/>
              </a:rPr>
              <a:t>i</a:t>
            </a:r>
            <a:r>
              <a:rPr sz="2450" i="1" spc="-950" dirty="0">
                <a:latin typeface="Trebuchet MS"/>
                <a:cs typeface="Trebuchet MS"/>
              </a:rPr>
              <a:t>n</a:t>
            </a:r>
            <a:r>
              <a:rPr sz="2450" i="1" spc="-1585" dirty="0">
                <a:latin typeface="Trebuchet MS"/>
                <a:cs typeface="Trebuchet MS"/>
              </a:rPr>
              <a:t>f</a:t>
            </a:r>
            <a:r>
              <a:rPr sz="2450" i="1" spc="-1415" dirty="0">
                <a:latin typeface="Trebuchet MS"/>
                <a:cs typeface="Trebuchet MS"/>
              </a:rPr>
              <a:t>i</a:t>
            </a:r>
            <a:r>
              <a:rPr sz="2450" i="1" spc="-1125" dirty="0">
                <a:latin typeface="Trebuchet MS"/>
                <a:cs typeface="Trebuchet MS"/>
              </a:rPr>
              <a:t>n</a:t>
            </a:r>
            <a:r>
              <a:rPr sz="2450" i="1" spc="-1545" dirty="0">
                <a:latin typeface="Trebuchet MS"/>
                <a:cs typeface="Trebuchet MS"/>
              </a:rPr>
              <a:t>i</a:t>
            </a:r>
            <a:r>
              <a:rPr sz="2450" i="1" spc="-1265" dirty="0">
                <a:latin typeface="Trebuchet MS"/>
                <a:cs typeface="Trebuchet MS"/>
              </a:rPr>
              <a:t>t</a:t>
            </a:r>
            <a:r>
              <a:rPr sz="2450" i="1" spc="-290" dirty="0">
                <a:latin typeface="Trebuchet MS"/>
                <a:cs typeface="Trebuchet MS"/>
              </a:rPr>
              <a:t>e</a:t>
            </a:r>
            <a:r>
              <a:rPr sz="2450" i="1" spc="-825" dirty="0">
                <a:latin typeface="Trebuchet MS"/>
                <a:cs typeface="Trebuchet MS"/>
              </a:rPr>
              <a:t>n</a:t>
            </a:r>
            <a:r>
              <a:rPr sz="2450" i="1" spc="-805" dirty="0">
                <a:latin typeface="Trebuchet MS"/>
                <a:cs typeface="Trebuchet MS"/>
              </a:rPr>
              <a:t>o</a:t>
            </a:r>
            <a:r>
              <a:rPr sz="2450" i="1" spc="-885" dirty="0">
                <a:latin typeface="Trebuchet MS"/>
                <a:cs typeface="Trebuchet MS"/>
              </a:rPr>
              <a:t>r</a:t>
            </a:r>
            <a:r>
              <a:rPr sz="2450" i="1" spc="-880" dirty="0">
                <a:latin typeface="Trebuchet MS"/>
                <a:cs typeface="Trebuchet MS"/>
              </a:rPr>
              <a:t>m</a:t>
            </a:r>
            <a:r>
              <a:rPr sz="2450" i="1" spc="-830" dirty="0">
                <a:latin typeface="Trebuchet MS"/>
                <a:cs typeface="Trebuchet MS"/>
              </a:rPr>
              <a:t>a</a:t>
            </a:r>
            <a:r>
              <a:rPr sz="2450" i="1" spc="50" dirty="0">
                <a:latin typeface="Trebuchet MS"/>
                <a:cs typeface="Trebuchet MS"/>
              </a:rPr>
              <a:t>l</a:t>
            </a:r>
            <a:endParaRPr sz="245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5490" y="1544876"/>
            <a:ext cx="5344160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600" spc="190" dirty="0">
                <a:solidFill>
                  <a:srgbClr val="001F60"/>
                </a:solidFill>
                <a:latin typeface="Verdana"/>
                <a:cs typeface="Verdana"/>
              </a:rPr>
              <a:t>Animation</a:t>
            </a:r>
            <a:r>
              <a:rPr sz="3600" spc="-60" dirty="0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sz="3600" spc="170" dirty="0">
                <a:solidFill>
                  <a:srgbClr val="001F60"/>
                </a:solidFill>
                <a:latin typeface="Verdana"/>
                <a:cs typeface="Verdana"/>
              </a:rPr>
              <a:t>Shorthand</a:t>
            </a:r>
            <a:endParaRPr sz="3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75" dirty="0"/>
              <a:t>%</a:t>
            </a:r>
            <a:r>
              <a:rPr spc="-65" dirty="0"/>
              <a:t> </a:t>
            </a:r>
            <a:r>
              <a:rPr spc="165" dirty="0"/>
              <a:t>in</a:t>
            </a:r>
            <a:r>
              <a:rPr spc="-50" dirty="0"/>
              <a:t> </a:t>
            </a:r>
            <a:r>
              <a:rPr spc="180" dirty="0"/>
              <a:t>Animation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4652" y="2995461"/>
            <a:ext cx="4208145" cy="2552700"/>
          </a:xfrm>
          <a:prstGeom prst="rect">
            <a:avLst/>
          </a:prstGeom>
        </p:spPr>
        <p:txBody>
          <a:bodyPr vert="horz" wrap="square" lIns="0" tIns="1987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65"/>
              </a:spcBef>
            </a:pPr>
            <a:r>
              <a:rPr sz="2100" i="1" spc="-620" dirty="0">
                <a:solidFill>
                  <a:srgbClr val="00AFEF"/>
                </a:solidFill>
                <a:latin typeface="Trebuchet MS"/>
                <a:cs typeface="Trebuchet MS"/>
              </a:rPr>
              <a:t>@</a:t>
            </a:r>
            <a:r>
              <a:rPr sz="2100" i="1" spc="-770" dirty="0">
                <a:solidFill>
                  <a:srgbClr val="00AFEF"/>
                </a:solidFill>
                <a:latin typeface="Trebuchet MS"/>
                <a:cs typeface="Trebuchet MS"/>
              </a:rPr>
              <a:t>ke</a:t>
            </a:r>
            <a:r>
              <a:rPr sz="2100" i="1" spc="-860" dirty="0">
                <a:solidFill>
                  <a:srgbClr val="00AFEF"/>
                </a:solidFill>
                <a:latin typeface="Trebuchet MS"/>
                <a:cs typeface="Trebuchet MS"/>
              </a:rPr>
              <a:t>y</a:t>
            </a:r>
            <a:r>
              <a:rPr sz="2100" i="1" spc="-1145" dirty="0">
                <a:solidFill>
                  <a:srgbClr val="00AFEF"/>
                </a:solidFill>
                <a:latin typeface="Trebuchet MS"/>
                <a:cs typeface="Trebuchet MS"/>
              </a:rPr>
              <a:t>f</a:t>
            </a:r>
            <a:r>
              <a:rPr sz="2100" i="1" spc="-795" dirty="0">
                <a:solidFill>
                  <a:srgbClr val="00AFEF"/>
                </a:solidFill>
                <a:latin typeface="Trebuchet MS"/>
                <a:cs typeface="Trebuchet MS"/>
              </a:rPr>
              <a:t>r</a:t>
            </a:r>
            <a:r>
              <a:rPr sz="2100" i="1" spc="-715" dirty="0">
                <a:solidFill>
                  <a:srgbClr val="00AFEF"/>
                </a:solidFill>
                <a:latin typeface="Trebuchet MS"/>
                <a:cs typeface="Trebuchet MS"/>
              </a:rPr>
              <a:t>a</a:t>
            </a:r>
            <a:r>
              <a:rPr sz="2100" i="1" spc="-760" dirty="0">
                <a:solidFill>
                  <a:srgbClr val="00AFEF"/>
                </a:solidFill>
                <a:latin typeface="Trebuchet MS"/>
                <a:cs typeface="Trebuchet MS"/>
              </a:rPr>
              <a:t>m</a:t>
            </a:r>
            <a:r>
              <a:rPr sz="2100" i="1" spc="-254" dirty="0">
                <a:solidFill>
                  <a:srgbClr val="00AFEF"/>
                </a:solidFill>
                <a:latin typeface="Trebuchet MS"/>
                <a:cs typeface="Trebuchet MS"/>
              </a:rPr>
              <a:t>e</a:t>
            </a:r>
            <a:r>
              <a:rPr sz="2100" i="1" spc="-740" dirty="0">
                <a:solidFill>
                  <a:srgbClr val="00AFEF"/>
                </a:solidFill>
                <a:latin typeface="Trebuchet MS"/>
                <a:cs typeface="Trebuchet MS"/>
              </a:rPr>
              <a:t>m</a:t>
            </a:r>
            <a:r>
              <a:rPr sz="2100" i="1" spc="-735" dirty="0">
                <a:solidFill>
                  <a:srgbClr val="00AFEF"/>
                </a:solidFill>
                <a:latin typeface="Trebuchet MS"/>
                <a:cs typeface="Trebuchet MS"/>
              </a:rPr>
              <a:t>y</a:t>
            </a:r>
            <a:r>
              <a:rPr sz="2100" i="1" spc="-685" dirty="0">
                <a:solidFill>
                  <a:srgbClr val="00AFEF"/>
                </a:solidFill>
                <a:latin typeface="Trebuchet MS"/>
                <a:cs typeface="Trebuchet MS"/>
              </a:rPr>
              <a:t>N</a:t>
            </a:r>
            <a:r>
              <a:rPr sz="2100" i="1" spc="-700" dirty="0">
                <a:solidFill>
                  <a:srgbClr val="00AFEF"/>
                </a:solidFill>
                <a:latin typeface="Trebuchet MS"/>
                <a:cs typeface="Trebuchet MS"/>
              </a:rPr>
              <a:t>a</a:t>
            </a:r>
            <a:r>
              <a:rPr sz="2100" i="1" spc="-760" dirty="0">
                <a:solidFill>
                  <a:srgbClr val="00AFEF"/>
                </a:solidFill>
                <a:latin typeface="Trebuchet MS"/>
                <a:cs typeface="Trebuchet MS"/>
              </a:rPr>
              <a:t>m</a:t>
            </a:r>
            <a:r>
              <a:rPr sz="2100" i="1" spc="-235" dirty="0">
                <a:solidFill>
                  <a:srgbClr val="00AFEF"/>
                </a:solidFill>
                <a:latin typeface="Trebuchet MS"/>
                <a:cs typeface="Trebuchet MS"/>
              </a:rPr>
              <a:t>e</a:t>
            </a:r>
            <a:r>
              <a:rPr sz="2100" i="1" spc="35" dirty="0">
                <a:solidFill>
                  <a:srgbClr val="00AFEF"/>
                </a:solidFill>
                <a:latin typeface="Trebuchet MS"/>
                <a:cs typeface="Trebuchet MS"/>
              </a:rPr>
              <a:t>{</a:t>
            </a:r>
            <a:endParaRPr sz="2100">
              <a:latin typeface="Trebuchet MS"/>
              <a:cs typeface="Trebuchet MS"/>
            </a:endParaRPr>
          </a:p>
          <a:p>
            <a:pPr marL="1143000" marR="5080">
              <a:lnSpc>
                <a:spcPct val="157600"/>
              </a:lnSpc>
              <a:spcBef>
                <a:spcPts val="10"/>
              </a:spcBef>
            </a:pPr>
            <a:r>
              <a:rPr sz="2100" i="1" spc="-680" dirty="0">
                <a:solidFill>
                  <a:srgbClr val="D47205"/>
                </a:solidFill>
                <a:latin typeface="Trebuchet MS"/>
                <a:cs typeface="Trebuchet MS"/>
              </a:rPr>
              <a:t>0</a:t>
            </a:r>
            <a:r>
              <a:rPr sz="2100" i="1" spc="-145" dirty="0">
                <a:solidFill>
                  <a:srgbClr val="D47205"/>
                </a:solidFill>
                <a:latin typeface="Trebuchet MS"/>
                <a:cs typeface="Trebuchet MS"/>
              </a:rPr>
              <a:t>%</a:t>
            </a:r>
            <a:r>
              <a:rPr sz="2100" i="1" spc="-370" dirty="0">
                <a:latin typeface="Trebuchet MS"/>
                <a:cs typeface="Trebuchet MS"/>
              </a:rPr>
              <a:t>{</a:t>
            </a:r>
            <a:r>
              <a:rPr sz="2100" i="1" spc="-1165" dirty="0">
                <a:latin typeface="Trebuchet MS"/>
                <a:cs typeface="Trebuchet MS"/>
              </a:rPr>
              <a:t>f</a:t>
            </a:r>
            <a:r>
              <a:rPr sz="2100" i="1" spc="-680" dirty="0">
                <a:latin typeface="Trebuchet MS"/>
                <a:cs typeface="Trebuchet MS"/>
              </a:rPr>
              <a:t>o</a:t>
            </a:r>
            <a:r>
              <a:rPr sz="2100" i="1" spc="-770" dirty="0">
                <a:latin typeface="Trebuchet MS"/>
                <a:cs typeface="Trebuchet MS"/>
              </a:rPr>
              <a:t>n</a:t>
            </a:r>
            <a:r>
              <a:rPr sz="2100" i="1" spc="-1235" dirty="0">
                <a:latin typeface="Trebuchet MS"/>
                <a:cs typeface="Trebuchet MS"/>
              </a:rPr>
              <a:t>t</a:t>
            </a:r>
            <a:r>
              <a:rPr sz="2100" i="1" spc="-1015" dirty="0">
                <a:latin typeface="Trebuchet MS"/>
                <a:cs typeface="Trebuchet MS"/>
              </a:rPr>
              <a:t>-</a:t>
            </a:r>
            <a:r>
              <a:rPr sz="2100" i="1" spc="-760" dirty="0">
                <a:latin typeface="Trebuchet MS"/>
                <a:cs typeface="Trebuchet MS"/>
              </a:rPr>
              <a:t>s</a:t>
            </a:r>
            <a:r>
              <a:rPr sz="2100" i="1" spc="-1170" dirty="0">
                <a:latin typeface="Trebuchet MS"/>
                <a:cs typeface="Trebuchet MS"/>
              </a:rPr>
              <a:t>i</a:t>
            </a:r>
            <a:r>
              <a:rPr sz="2100" i="1" spc="-740" dirty="0">
                <a:latin typeface="Trebuchet MS"/>
                <a:cs typeface="Trebuchet MS"/>
              </a:rPr>
              <a:t>z</a:t>
            </a:r>
            <a:r>
              <a:rPr sz="2100" i="1" spc="-240" dirty="0">
                <a:latin typeface="Trebuchet MS"/>
                <a:cs typeface="Trebuchet MS"/>
              </a:rPr>
              <a:t>e</a:t>
            </a:r>
            <a:r>
              <a:rPr sz="2100" i="1" spc="-325" dirty="0">
                <a:latin typeface="Trebuchet MS"/>
                <a:cs typeface="Trebuchet MS"/>
              </a:rPr>
              <a:t>:</a:t>
            </a:r>
            <a:r>
              <a:rPr sz="2100" i="1" spc="-685" dirty="0">
                <a:latin typeface="Trebuchet MS"/>
                <a:cs typeface="Trebuchet MS"/>
              </a:rPr>
              <a:t>2</a:t>
            </a:r>
            <a:r>
              <a:rPr sz="2100" i="1" spc="-700" dirty="0">
                <a:latin typeface="Trebuchet MS"/>
                <a:cs typeface="Trebuchet MS"/>
              </a:rPr>
              <a:t>0</a:t>
            </a:r>
            <a:r>
              <a:rPr sz="2100" i="1" spc="-710" dirty="0">
                <a:latin typeface="Trebuchet MS"/>
                <a:cs typeface="Trebuchet MS"/>
              </a:rPr>
              <a:t>p</a:t>
            </a:r>
            <a:r>
              <a:rPr sz="2100" i="1" spc="-740" dirty="0">
                <a:latin typeface="Trebuchet MS"/>
                <a:cs typeface="Trebuchet MS"/>
              </a:rPr>
              <a:t>x</a:t>
            </a:r>
            <a:r>
              <a:rPr sz="2100" i="1" spc="-350" dirty="0">
                <a:latin typeface="Trebuchet MS"/>
                <a:cs typeface="Trebuchet MS"/>
              </a:rPr>
              <a:t>;</a:t>
            </a:r>
            <a:r>
              <a:rPr sz="2100" i="1" spc="50" dirty="0">
                <a:latin typeface="Trebuchet MS"/>
                <a:cs typeface="Trebuchet MS"/>
              </a:rPr>
              <a:t>}</a:t>
            </a:r>
            <a:r>
              <a:rPr sz="2100" i="1" spc="525" dirty="0">
                <a:latin typeface="Trebuchet MS"/>
                <a:cs typeface="Trebuchet MS"/>
              </a:rPr>
              <a:t>        </a:t>
            </a:r>
            <a:r>
              <a:rPr sz="2100" i="1" spc="-585" dirty="0">
                <a:solidFill>
                  <a:srgbClr val="D47205"/>
                </a:solidFill>
                <a:latin typeface="Trebuchet MS"/>
                <a:cs typeface="Trebuchet MS"/>
              </a:rPr>
              <a:t>5</a:t>
            </a:r>
            <a:r>
              <a:rPr sz="2100" i="1" spc="-570" dirty="0">
                <a:solidFill>
                  <a:srgbClr val="D47205"/>
                </a:solidFill>
                <a:latin typeface="Trebuchet MS"/>
                <a:cs typeface="Trebuchet MS"/>
              </a:rPr>
              <a:t>0</a:t>
            </a:r>
            <a:r>
              <a:rPr sz="2100" i="1" spc="-60" dirty="0">
                <a:solidFill>
                  <a:srgbClr val="D47205"/>
                </a:solidFill>
                <a:latin typeface="Trebuchet MS"/>
                <a:cs typeface="Trebuchet MS"/>
              </a:rPr>
              <a:t>%</a:t>
            </a:r>
            <a:r>
              <a:rPr sz="2100" i="1" spc="-275" dirty="0">
                <a:latin typeface="Trebuchet MS"/>
                <a:cs typeface="Trebuchet MS"/>
              </a:rPr>
              <a:t>{</a:t>
            </a:r>
            <a:r>
              <a:rPr sz="2100" i="1" spc="-1070" dirty="0">
                <a:latin typeface="Trebuchet MS"/>
                <a:cs typeface="Trebuchet MS"/>
              </a:rPr>
              <a:t>f</a:t>
            </a:r>
            <a:r>
              <a:rPr sz="2100" i="1" spc="-585" dirty="0">
                <a:latin typeface="Trebuchet MS"/>
                <a:cs typeface="Trebuchet MS"/>
              </a:rPr>
              <a:t>o</a:t>
            </a:r>
            <a:r>
              <a:rPr sz="2100" i="1" spc="-675" dirty="0">
                <a:latin typeface="Trebuchet MS"/>
                <a:cs typeface="Trebuchet MS"/>
              </a:rPr>
              <a:t>n</a:t>
            </a:r>
            <a:r>
              <a:rPr sz="2100" i="1" spc="-1140" dirty="0">
                <a:latin typeface="Trebuchet MS"/>
                <a:cs typeface="Trebuchet MS"/>
              </a:rPr>
              <a:t>t</a:t>
            </a:r>
            <a:r>
              <a:rPr sz="2100" i="1" spc="-919" dirty="0">
                <a:latin typeface="Trebuchet MS"/>
                <a:cs typeface="Trebuchet MS"/>
              </a:rPr>
              <a:t>-</a:t>
            </a:r>
            <a:r>
              <a:rPr sz="2100" i="1" spc="-765" dirty="0">
                <a:latin typeface="Trebuchet MS"/>
                <a:cs typeface="Trebuchet MS"/>
              </a:rPr>
              <a:t>s</a:t>
            </a:r>
            <a:r>
              <a:rPr sz="2100" i="1" spc="-1175" dirty="0">
                <a:latin typeface="Trebuchet MS"/>
                <a:cs typeface="Trebuchet MS"/>
              </a:rPr>
              <a:t>i</a:t>
            </a:r>
            <a:r>
              <a:rPr sz="2100" i="1" spc="-745" dirty="0">
                <a:latin typeface="Trebuchet MS"/>
                <a:cs typeface="Trebuchet MS"/>
              </a:rPr>
              <a:t>z</a:t>
            </a:r>
            <a:r>
              <a:rPr sz="2100" i="1" spc="-245" dirty="0">
                <a:latin typeface="Trebuchet MS"/>
                <a:cs typeface="Trebuchet MS"/>
              </a:rPr>
              <a:t>e</a:t>
            </a:r>
            <a:r>
              <a:rPr sz="2100" i="1" spc="-330" dirty="0">
                <a:latin typeface="Trebuchet MS"/>
                <a:cs typeface="Trebuchet MS"/>
              </a:rPr>
              <a:t>:</a:t>
            </a:r>
            <a:r>
              <a:rPr sz="2100" i="1" spc="-690" dirty="0">
                <a:latin typeface="Trebuchet MS"/>
                <a:cs typeface="Trebuchet MS"/>
              </a:rPr>
              <a:t>2</a:t>
            </a:r>
            <a:r>
              <a:rPr sz="2100" i="1" spc="-705" dirty="0">
                <a:latin typeface="Trebuchet MS"/>
                <a:cs typeface="Trebuchet MS"/>
              </a:rPr>
              <a:t>0</a:t>
            </a:r>
            <a:r>
              <a:rPr sz="2100" i="1" spc="-715" dirty="0">
                <a:latin typeface="Trebuchet MS"/>
                <a:cs typeface="Trebuchet MS"/>
              </a:rPr>
              <a:t>p</a:t>
            </a:r>
            <a:r>
              <a:rPr sz="2100" i="1" spc="-745" dirty="0">
                <a:latin typeface="Trebuchet MS"/>
                <a:cs typeface="Trebuchet MS"/>
              </a:rPr>
              <a:t>x</a:t>
            </a:r>
            <a:r>
              <a:rPr sz="2100" i="1" spc="-330" dirty="0">
                <a:latin typeface="Trebuchet MS"/>
                <a:cs typeface="Trebuchet MS"/>
              </a:rPr>
              <a:t>;</a:t>
            </a:r>
            <a:r>
              <a:rPr sz="2100" i="1" spc="45" dirty="0">
                <a:latin typeface="Trebuchet MS"/>
                <a:cs typeface="Trebuchet MS"/>
              </a:rPr>
              <a:t>}</a:t>
            </a:r>
            <a:r>
              <a:rPr sz="2100" i="1" spc="475" dirty="0">
                <a:latin typeface="Trebuchet MS"/>
                <a:cs typeface="Trebuchet MS"/>
              </a:rPr>
              <a:t>        </a:t>
            </a:r>
            <a:r>
              <a:rPr sz="2100" i="1" spc="-695" dirty="0">
                <a:solidFill>
                  <a:srgbClr val="D47205"/>
                </a:solidFill>
                <a:latin typeface="Trebuchet MS"/>
                <a:cs typeface="Trebuchet MS"/>
              </a:rPr>
              <a:t>1</a:t>
            </a:r>
            <a:r>
              <a:rPr sz="2100" i="1" spc="-680" dirty="0">
                <a:solidFill>
                  <a:srgbClr val="D47205"/>
                </a:solidFill>
                <a:latin typeface="Trebuchet MS"/>
                <a:cs typeface="Trebuchet MS"/>
              </a:rPr>
              <a:t>0</a:t>
            </a:r>
            <a:r>
              <a:rPr sz="2100" i="1" spc="-695" dirty="0">
                <a:solidFill>
                  <a:srgbClr val="D47205"/>
                </a:solidFill>
                <a:latin typeface="Trebuchet MS"/>
                <a:cs typeface="Trebuchet MS"/>
              </a:rPr>
              <a:t>0</a:t>
            </a:r>
            <a:r>
              <a:rPr sz="2100" i="1" spc="-165" dirty="0">
                <a:solidFill>
                  <a:srgbClr val="D47205"/>
                </a:solidFill>
                <a:latin typeface="Trebuchet MS"/>
                <a:cs typeface="Trebuchet MS"/>
              </a:rPr>
              <a:t>%</a:t>
            </a:r>
            <a:r>
              <a:rPr sz="2100" i="1" spc="-385" dirty="0">
                <a:latin typeface="Trebuchet MS"/>
                <a:cs typeface="Trebuchet MS"/>
              </a:rPr>
              <a:t>{</a:t>
            </a:r>
            <a:r>
              <a:rPr sz="2100" i="1" spc="-1180" dirty="0">
                <a:latin typeface="Trebuchet MS"/>
                <a:cs typeface="Trebuchet MS"/>
              </a:rPr>
              <a:t>f</a:t>
            </a:r>
            <a:r>
              <a:rPr sz="2100" i="1" spc="-695" dirty="0">
                <a:latin typeface="Trebuchet MS"/>
                <a:cs typeface="Trebuchet MS"/>
              </a:rPr>
              <a:t>o</a:t>
            </a:r>
            <a:r>
              <a:rPr sz="2100" i="1" spc="-785" dirty="0">
                <a:latin typeface="Trebuchet MS"/>
                <a:cs typeface="Trebuchet MS"/>
              </a:rPr>
              <a:t>n</a:t>
            </a:r>
            <a:r>
              <a:rPr sz="2100" i="1" spc="-1250" dirty="0">
                <a:latin typeface="Trebuchet MS"/>
                <a:cs typeface="Trebuchet MS"/>
              </a:rPr>
              <a:t>t</a:t>
            </a:r>
            <a:r>
              <a:rPr sz="2100" i="1" spc="-1030" dirty="0">
                <a:latin typeface="Trebuchet MS"/>
                <a:cs typeface="Trebuchet MS"/>
              </a:rPr>
              <a:t>-</a:t>
            </a:r>
            <a:r>
              <a:rPr sz="2100" i="1" spc="-775" dirty="0">
                <a:latin typeface="Trebuchet MS"/>
                <a:cs typeface="Trebuchet MS"/>
              </a:rPr>
              <a:t>s</a:t>
            </a:r>
            <a:r>
              <a:rPr sz="2100" i="1" spc="-1185" dirty="0">
                <a:latin typeface="Trebuchet MS"/>
                <a:cs typeface="Trebuchet MS"/>
              </a:rPr>
              <a:t>i</a:t>
            </a:r>
            <a:r>
              <a:rPr sz="2100" i="1" spc="-755" dirty="0">
                <a:latin typeface="Trebuchet MS"/>
                <a:cs typeface="Trebuchet MS"/>
              </a:rPr>
              <a:t>z</a:t>
            </a:r>
            <a:r>
              <a:rPr sz="2100" i="1" spc="-254" dirty="0">
                <a:latin typeface="Trebuchet MS"/>
                <a:cs typeface="Trebuchet MS"/>
              </a:rPr>
              <a:t>e</a:t>
            </a:r>
            <a:r>
              <a:rPr sz="2100" i="1" spc="-340" dirty="0">
                <a:latin typeface="Trebuchet MS"/>
                <a:cs typeface="Trebuchet MS"/>
              </a:rPr>
              <a:t>:</a:t>
            </a:r>
            <a:r>
              <a:rPr sz="2100" i="1" spc="-715" dirty="0">
                <a:latin typeface="Trebuchet MS"/>
                <a:cs typeface="Trebuchet MS"/>
              </a:rPr>
              <a:t>40</a:t>
            </a:r>
            <a:r>
              <a:rPr sz="2100" i="1" spc="-705" dirty="0">
                <a:latin typeface="Trebuchet MS"/>
                <a:cs typeface="Trebuchet MS"/>
              </a:rPr>
              <a:t>p</a:t>
            </a:r>
            <a:r>
              <a:rPr sz="2100" i="1" spc="-775" dirty="0">
                <a:latin typeface="Trebuchet MS"/>
                <a:cs typeface="Trebuchet MS"/>
              </a:rPr>
              <a:t>x</a:t>
            </a:r>
            <a:r>
              <a:rPr sz="2100" i="1" spc="-340" dirty="0">
                <a:latin typeface="Trebuchet MS"/>
                <a:cs typeface="Trebuchet MS"/>
              </a:rPr>
              <a:t>;</a:t>
            </a:r>
            <a:r>
              <a:rPr sz="2100" i="1" spc="35" dirty="0">
                <a:latin typeface="Trebuchet MS"/>
                <a:cs typeface="Trebuchet MS"/>
              </a:rPr>
              <a:t>}</a:t>
            </a:r>
            <a:endParaRPr sz="2100">
              <a:latin typeface="Trebuchet MS"/>
              <a:cs typeface="Trebuchet MS"/>
            </a:endParaRPr>
          </a:p>
          <a:p>
            <a:pPr marL="388620">
              <a:lnSpc>
                <a:spcPct val="100000"/>
              </a:lnSpc>
              <a:spcBef>
                <a:spcPts val="1465"/>
              </a:spcBef>
            </a:pPr>
            <a:r>
              <a:rPr sz="2100" i="1" spc="-50" dirty="0">
                <a:solidFill>
                  <a:srgbClr val="00AFEF"/>
                </a:solidFill>
                <a:latin typeface="Trebuchet MS"/>
                <a:cs typeface="Trebuchet MS"/>
              </a:rPr>
              <a:t>}</a:t>
            </a:r>
            <a:endParaRPr sz="2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3801" y="2581197"/>
            <a:ext cx="8801735" cy="29133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spc="160" dirty="0">
                <a:latin typeface="Trebuchet MS"/>
                <a:cs typeface="Trebuchet MS"/>
              </a:rPr>
              <a:t>Qs:</a:t>
            </a:r>
            <a:r>
              <a:rPr sz="2300" spc="-135" dirty="0">
                <a:latin typeface="Trebuchet MS"/>
                <a:cs typeface="Trebuchet MS"/>
              </a:rPr>
              <a:t> </a:t>
            </a:r>
            <a:r>
              <a:rPr sz="2300" spc="100" dirty="0">
                <a:latin typeface="Trebuchet MS"/>
                <a:cs typeface="Trebuchet MS"/>
              </a:rPr>
              <a:t>Create</a:t>
            </a:r>
            <a:r>
              <a:rPr sz="2300" spc="-140" dirty="0">
                <a:latin typeface="Trebuchet MS"/>
                <a:cs typeface="Trebuchet MS"/>
              </a:rPr>
              <a:t> </a:t>
            </a:r>
            <a:r>
              <a:rPr sz="2300" spc="155" dirty="0">
                <a:latin typeface="Trebuchet MS"/>
                <a:cs typeface="Trebuchet MS"/>
              </a:rPr>
              <a:t>a</a:t>
            </a:r>
            <a:r>
              <a:rPr sz="2300" spc="-114" dirty="0">
                <a:latin typeface="Trebuchet MS"/>
                <a:cs typeface="Trebuchet MS"/>
              </a:rPr>
              <a:t> </a:t>
            </a:r>
            <a:r>
              <a:rPr sz="2300" spc="105" dirty="0">
                <a:latin typeface="Trebuchet MS"/>
                <a:cs typeface="Trebuchet MS"/>
              </a:rPr>
              <a:t>simple</a:t>
            </a:r>
            <a:r>
              <a:rPr sz="2300" spc="-140" dirty="0">
                <a:latin typeface="Trebuchet MS"/>
                <a:cs typeface="Trebuchet MS"/>
              </a:rPr>
              <a:t> </a:t>
            </a:r>
            <a:r>
              <a:rPr sz="2300" spc="110" dirty="0">
                <a:latin typeface="Trebuchet MS"/>
                <a:cs typeface="Trebuchet MS"/>
              </a:rPr>
              <a:t>loader</a:t>
            </a:r>
            <a:r>
              <a:rPr sz="2300" spc="-150" dirty="0">
                <a:latin typeface="Trebuchet MS"/>
                <a:cs typeface="Trebuchet MS"/>
              </a:rPr>
              <a:t> </a:t>
            </a:r>
            <a:r>
              <a:rPr sz="2300" spc="165" dirty="0">
                <a:latin typeface="Trebuchet MS"/>
                <a:cs typeface="Trebuchet MS"/>
              </a:rPr>
              <a:t>using</a:t>
            </a:r>
            <a:r>
              <a:rPr sz="2300" spc="-140" dirty="0">
                <a:latin typeface="Trebuchet MS"/>
                <a:cs typeface="Trebuchet MS"/>
              </a:rPr>
              <a:t> </a:t>
            </a:r>
            <a:r>
              <a:rPr sz="2300" spc="375" dirty="0">
                <a:latin typeface="Trebuchet MS"/>
                <a:cs typeface="Trebuchet MS"/>
              </a:rPr>
              <a:t>CSS</a:t>
            </a:r>
            <a:endParaRPr sz="2300">
              <a:latin typeface="Trebuchet MS"/>
              <a:cs typeface="Trebuchet MS"/>
            </a:endParaRPr>
          </a:p>
          <a:p>
            <a:pPr marL="1333500" marR="522605" indent="-943610">
              <a:lnSpc>
                <a:spcPct val="169700"/>
              </a:lnSpc>
              <a:spcBef>
                <a:spcPts val="85"/>
              </a:spcBef>
            </a:pPr>
            <a:r>
              <a:rPr sz="1950" spc="125" dirty="0">
                <a:solidFill>
                  <a:srgbClr val="00AFEF"/>
                </a:solidFill>
                <a:latin typeface="Trebuchet MS"/>
                <a:cs typeface="Trebuchet MS"/>
              </a:rPr>
              <a:t>Step1</a:t>
            </a:r>
            <a:r>
              <a:rPr sz="1950" spc="-55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1950" spc="-105" dirty="0">
                <a:latin typeface="Trebuchet MS"/>
                <a:cs typeface="Trebuchet MS"/>
              </a:rPr>
              <a:t>:</a:t>
            </a:r>
            <a:r>
              <a:rPr sz="1950" spc="-75" dirty="0">
                <a:latin typeface="Trebuchet MS"/>
                <a:cs typeface="Trebuchet MS"/>
              </a:rPr>
              <a:t> </a:t>
            </a:r>
            <a:r>
              <a:rPr sz="1950" spc="75" dirty="0">
                <a:latin typeface="Trebuchet MS"/>
                <a:cs typeface="Trebuchet MS"/>
              </a:rPr>
              <a:t>create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spc="140" dirty="0">
                <a:latin typeface="Trebuchet MS"/>
                <a:cs typeface="Trebuchet MS"/>
              </a:rPr>
              <a:t>a</a:t>
            </a:r>
            <a:r>
              <a:rPr sz="1950" spc="-80" dirty="0">
                <a:latin typeface="Trebuchet MS"/>
                <a:cs typeface="Trebuchet MS"/>
              </a:rPr>
              <a:t> </a:t>
            </a:r>
            <a:r>
              <a:rPr sz="1950" spc="80" dirty="0">
                <a:latin typeface="Trebuchet MS"/>
                <a:cs typeface="Trebuchet MS"/>
              </a:rPr>
              <a:t>div</a:t>
            </a:r>
            <a:r>
              <a:rPr sz="1950" spc="-7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with</a:t>
            </a:r>
            <a:r>
              <a:rPr sz="1950" spc="-80" dirty="0">
                <a:latin typeface="Trebuchet MS"/>
                <a:cs typeface="Trebuchet MS"/>
              </a:rPr>
              <a:t> </a:t>
            </a:r>
            <a:r>
              <a:rPr sz="1950" spc="95" dirty="0">
                <a:latin typeface="Trebuchet MS"/>
                <a:cs typeface="Trebuchet MS"/>
              </a:rPr>
              <a:t>circular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spc="150" dirty="0">
                <a:latin typeface="Trebuchet MS"/>
                <a:cs typeface="Trebuchet MS"/>
              </a:rPr>
              <a:t>shape</a:t>
            </a:r>
            <a:r>
              <a:rPr sz="1950" spc="-75" dirty="0">
                <a:latin typeface="Trebuchet MS"/>
                <a:cs typeface="Trebuchet MS"/>
              </a:rPr>
              <a:t> </a:t>
            </a:r>
            <a:r>
              <a:rPr sz="1950" spc="120" dirty="0">
                <a:latin typeface="Trebuchet MS"/>
                <a:cs typeface="Trebuchet MS"/>
              </a:rPr>
              <a:t>&amp;</a:t>
            </a:r>
            <a:r>
              <a:rPr sz="1950" spc="-70" dirty="0">
                <a:latin typeface="Trebuchet MS"/>
                <a:cs typeface="Trebuchet MS"/>
              </a:rPr>
              <a:t> </a:t>
            </a:r>
            <a:r>
              <a:rPr sz="1950" spc="140" dirty="0">
                <a:latin typeface="Trebuchet MS"/>
                <a:cs typeface="Trebuchet MS"/>
              </a:rPr>
              <a:t>a</a:t>
            </a:r>
            <a:r>
              <a:rPr sz="1950" spc="-80" dirty="0">
                <a:latin typeface="Trebuchet MS"/>
                <a:cs typeface="Trebuchet MS"/>
              </a:rPr>
              <a:t> </a:t>
            </a:r>
            <a:r>
              <a:rPr sz="1950" spc="60" dirty="0">
                <a:latin typeface="Trebuchet MS"/>
                <a:cs typeface="Trebuchet MS"/>
              </a:rPr>
              <a:t>thick</a:t>
            </a:r>
            <a:r>
              <a:rPr sz="1950" spc="-75" dirty="0">
                <a:latin typeface="Trebuchet MS"/>
                <a:cs typeface="Trebuchet MS"/>
              </a:rPr>
              <a:t> </a:t>
            </a:r>
            <a:r>
              <a:rPr sz="1950" spc="105" dirty="0">
                <a:latin typeface="Trebuchet MS"/>
                <a:cs typeface="Trebuchet MS"/>
              </a:rPr>
              <a:t>border</a:t>
            </a:r>
            <a:r>
              <a:rPr sz="1950" spc="-65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from</a:t>
            </a:r>
            <a:r>
              <a:rPr sz="1950" spc="-80" dirty="0">
                <a:latin typeface="Trebuchet MS"/>
                <a:cs typeface="Trebuchet MS"/>
              </a:rPr>
              <a:t> </a:t>
            </a:r>
            <a:r>
              <a:rPr sz="1950" spc="105" dirty="0">
                <a:latin typeface="Trebuchet MS"/>
                <a:cs typeface="Trebuchet MS"/>
              </a:rPr>
              <a:t>one </a:t>
            </a:r>
            <a:r>
              <a:rPr sz="1950" spc="125" dirty="0">
                <a:latin typeface="Trebuchet MS"/>
                <a:cs typeface="Trebuchet MS"/>
              </a:rPr>
              <a:t>end</a:t>
            </a:r>
            <a:r>
              <a:rPr sz="1950" spc="-105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(top/bottom/left/right)</a:t>
            </a:r>
            <a:endParaRPr sz="1950">
              <a:latin typeface="Trebuchet MS"/>
              <a:cs typeface="Trebuchet MS"/>
            </a:endParaRPr>
          </a:p>
          <a:p>
            <a:pPr marL="1333500" marR="814705" indent="-943610">
              <a:lnSpc>
                <a:spcPts val="3979"/>
              </a:lnSpc>
              <a:spcBef>
                <a:spcPts val="400"/>
              </a:spcBef>
            </a:pPr>
            <a:r>
              <a:rPr sz="1950" spc="125" dirty="0">
                <a:solidFill>
                  <a:srgbClr val="00AFEF"/>
                </a:solidFill>
                <a:latin typeface="Trebuchet MS"/>
                <a:cs typeface="Trebuchet MS"/>
              </a:rPr>
              <a:t>Step2</a:t>
            </a:r>
            <a:r>
              <a:rPr sz="1950" spc="-65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1950" spc="-105" dirty="0">
                <a:latin typeface="Trebuchet MS"/>
                <a:cs typeface="Trebuchet MS"/>
              </a:rPr>
              <a:t>:</a:t>
            </a:r>
            <a:r>
              <a:rPr sz="1950" spc="-8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To</a:t>
            </a:r>
            <a:r>
              <a:rPr sz="1950" spc="-65" dirty="0">
                <a:latin typeface="Trebuchet MS"/>
                <a:cs typeface="Trebuchet MS"/>
              </a:rPr>
              <a:t> </a:t>
            </a:r>
            <a:r>
              <a:rPr sz="1950" spc="105" dirty="0">
                <a:latin typeface="Trebuchet MS"/>
                <a:cs typeface="Trebuchet MS"/>
              </a:rPr>
              <a:t>make</a:t>
            </a:r>
            <a:r>
              <a:rPr sz="1950" spc="-65" dirty="0">
                <a:latin typeface="Trebuchet MS"/>
                <a:cs typeface="Trebuchet MS"/>
              </a:rPr>
              <a:t> </a:t>
            </a:r>
            <a:r>
              <a:rPr sz="1950" spc="-50" dirty="0">
                <a:latin typeface="Trebuchet MS"/>
                <a:cs typeface="Trebuchet MS"/>
              </a:rPr>
              <a:t>it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130" dirty="0">
                <a:latin typeface="Trebuchet MS"/>
                <a:cs typeface="Trebuchet MS"/>
              </a:rPr>
              <a:t>spin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spc="75" dirty="0">
                <a:latin typeface="Trebuchet MS"/>
                <a:cs typeface="Trebuchet MS"/>
              </a:rPr>
              <a:t>create</a:t>
            </a:r>
            <a:r>
              <a:rPr sz="1950" spc="-65" dirty="0">
                <a:latin typeface="Trebuchet MS"/>
                <a:cs typeface="Trebuchet MS"/>
              </a:rPr>
              <a:t> </a:t>
            </a:r>
            <a:r>
              <a:rPr sz="1950" spc="130" dirty="0">
                <a:latin typeface="Trebuchet MS"/>
                <a:cs typeface="Trebuchet MS"/>
              </a:rPr>
              <a:t>an</a:t>
            </a:r>
            <a:r>
              <a:rPr sz="1950" spc="-65" dirty="0">
                <a:latin typeface="Trebuchet MS"/>
                <a:cs typeface="Trebuchet MS"/>
              </a:rPr>
              <a:t> </a:t>
            </a:r>
            <a:r>
              <a:rPr sz="1950" spc="70" dirty="0">
                <a:latin typeface="Trebuchet MS"/>
                <a:cs typeface="Trebuchet MS"/>
              </a:rPr>
              <a:t>animation</a:t>
            </a:r>
            <a:r>
              <a:rPr sz="1950" spc="-110" dirty="0">
                <a:latin typeface="Trebuchet MS"/>
                <a:cs typeface="Trebuchet MS"/>
              </a:rPr>
              <a:t> </a:t>
            </a:r>
            <a:r>
              <a:rPr sz="1950" spc="110" dirty="0">
                <a:latin typeface="Trebuchet MS"/>
                <a:cs typeface="Trebuchet MS"/>
              </a:rPr>
              <a:t>which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spc="105" dirty="0">
                <a:latin typeface="Trebuchet MS"/>
                <a:cs typeface="Trebuchet MS"/>
              </a:rPr>
              <a:t>transforms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spc="-25" dirty="0">
                <a:latin typeface="Trebuchet MS"/>
                <a:cs typeface="Trebuchet MS"/>
              </a:rPr>
              <a:t>it </a:t>
            </a:r>
            <a:r>
              <a:rPr sz="1950" spc="50" dirty="0">
                <a:latin typeface="Trebuchet MS"/>
                <a:cs typeface="Trebuchet MS"/>
              </a:rPr>
              <a:t>from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spc="150" dirty="0">
                <a:latin typeface="Trebuchet MS"/>
                <a:cs typeface="Trebuchet MS"/>
              </a:rPr>
              <a:t>0deg</a:t>
            </a:r>
            <a:r>
              <a:rPr sz="1950" spc="-5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to</a:t>
            </a:r>
            <a:r>
              <a:rPr sz="1950" spc="-80" dirty="0">
                <a:latin typeface="Trebuchet MS"/>
                <a:cs typeface="Trebuchet MS"/>
              </a:rPr>
              <a:t> </a:t>
            </a:r>
            <a:r>
              <a:rPr sz="1950" spc="135" dirty="0">
                <a:latin typeface="Trebuchet MS"/>
                <a:cs typeface="Trebuchet MS"/>
              </a:rPr>
              <a:t>360deg</a:t>
            </a:r>
            <a:endParaRPr sz="195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1230"/>
              </a:spcBef>
            </a:pPr>
            <a:r>
              <a:rPr sz="1950" spc="125" dirty="0">
                <a:solidFill>
                  <a:srgbClr val="00AFEF"/>
                </a:solidFill>
                <a:latin typeface="Trebuchet MS"/>
                <a:cs typeface="Trebuchet MS"/>
              </a:rPr>
              <a:t>Step3</a:t>
            </a:r>
            <a:r>
              <a:rPr sz="1950" spc="-15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1950" spc="-105" dirty="0">
                <a:latin typeface="Trebuchet MS"/>
                <a:cs typeface="Trebuchet MS"/>
              </a:rPr>
              <a:t>:</a:t>
            </a:r>
            <a:r>
              <a:rPr sz="1950" spc="-30" dirty="0">
                <a:latin typeface="Trebuchet MS"/>
                <a:cs typeface="Trebuchet MS"/>
              </a:rPr>
              <a:t> </a:t>
            </a:r>
            <a:r>
              <a:rPr sz="1950" spc="175" dirty="0">
                <a:latin typeface="Trebuchet MS"/>
                <a:cs typeface="Trebuchet MS"/>
              </a:rPr>
              <a:t>Add</a:t>
            </a:r>
            <a:r>
              <a:rPr sz="1950" spc="-2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the</a:t>
            </a:r>
            <a:r>
              <a:rPr sz="1950" spc="-15" dirty="0">
                <a:latin typeface="Trebuchet MS"/>
                <a:cs typeface="Trebuchet MS"/>
              </a:rPr>
              <a:t> </a:t>
            </a:r>
            <a:r>
              <a:rPr sz="1950" spc="70" dirty="0">
                <a:latin typeface="Trebuchet MS"/>
                <a:cs typeface="Trebuchet MS"/>
              </a:rPr>
              <a:t>animation</a:t>
            </a:r>
            <a:r>
              <a:rPr sz="1950" spc="-40" dirty="0">
                <a:latin typeface="Trebuchet MS"/>
                <a:cs typeface="Trebuchet MS"/>
              </a:rPr>
              <a:t> </a:t>
            </a:r>
            <a:r>
              <a:rPr sz="1950" spc="85" dirty="0">
                <a:latin typeface="Trebuchet MS"/>
                <a:cs typeface="Trebuchet MS"/>
              </a:rPr>
              <a:t>property</a:t>
            </a:r>
            <a:r>
              <a:rPr sz="1950" spc="-3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to</a:t>
            </a:r>
            <a:r>
              <a:rPr sz="1950" spc="-2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the</a:t>
            </a:r>
            <a:r>
              <a:rPr sz="1950" spc="-15" dirty="0">
                <a:latin typeface="Trebuchet MS"/>
                <a:cs typeface="Trebuchet MS"/>
              </a:rPr>
              <a:t> </a:t>
            </a:r>
            <a:r>
              <a:rPr sz="1950" spc="95" dirty="0">
                <a:latin typeface="Trebuchet MS"/>
                <a:cs typeface="Trebuchet MS"/>
              </a:rPr>
              <a:t>loader</a:t>
            </a:r>
            <a:r>
              <a:rPr sz="1950" spc="-2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with</a:t>
            </a:r>
            <a:r>
              <a:rPr sz="1950" spc="-2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infinite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spc="60" dirty="0">
                <a:latin typeface="Trebuchet MS"/>
                <a:cs typeface="Trebuchet MS"/>
              </a:rPr>
              <a:t>duration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315" dirty="0"/>
              <a:t>Practice</a:t>
            </a:r>
            <a:r>
              <a:rPr spc="-80" dirty="0"/>
              <a:t> </a:t>
            </a:r>
            <a:r>
              <a:rPr spc="200" dirty="0"/>
              <a:t>Set</a:t>
            </a:r>
            <a:r>
              <a:rPr spc="-55" dirty="0"/>
              <a:t> </a:t>
            </a:r>
            <a:r>
              <a:rPr spc="85" dirty="0"/>
              <a:t>8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057655"/>
            <a:ext cx="10058400" cy="5659120"/>
            <a:chOff x="0" y="1057655"/>
            <a:chExt cx="10058400" cy="56591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057655"/>
              <a:ext cx="10058400" cy="565861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94966" y="3025901"/>
              <a:ext cx="5509260" cy="70256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4733" y="3984498"/>
              <a:ext cx="4605528" cy="8001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3089</TotalTime>
  <Words>1553</Words>
  <Application>Microsoft Office PowerPoint</Application>
  <PresentationFormat>Custom</PresentationFormat>
  <Paragraphs>364</Paragraphs>
  <Slides>73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4" baseType="lpstr">
      <vt:lpstr>Office Theme</vt:lpstr>
      <vt:lpstr>Introduction to CSS</vt:lpstr>
      <vt:lpstr>HTML</vt:lpstr>
      <vt:lpstr>PowerPoint Presentation</vt:lpstr>
      <vt:lpstr>CSS</vt:lpstr>
      <vt:lpstr>Basic Syntax</vt:lpstr>
      <vt:lpstr>Including Style</vt:lpstr>
      <vt:lpstr>Including Style</vt:lpstr>
      <vt:lpstr>Color Property</vt:lpstr>
      <vt:lpstr>Background Color Property</vt:lpstr>
      <vt:lpstr>Color Systems</vt:lpstr>
      <vt:lpstr>Color Systems</vt:lpstr>
      <vt:lpstr>Selectors</vt:lpstr>
      <vt:lpstr>Practice Set 1</vt:lpstr>
      <vt:lpstr>Text Properties</vt:lpstr>
      <vt:lpstr>Text Properties</vt:lpstr>
      <vt:lpstr>Text Properties</vt:lpstr>
      <vt:lpstr>PowerPoint Presentation</vt:lpstr>
      <vt:lpstr>Text Properties</vt:lpstr>
      <vt:lpstr>Text Properties</vt:lpstr>
      <vt:lpstr>Units in CSS</vt:lpstr>
      <vt:lpstr>Practice Set 2</vt:lpstr>
      <vt:lpstr>PowerPoint Presentation</vt:lpstr>
      <vt:lpstr>Box Model in CSS</vt:lpstr>
      <vt:lpstr>Height</vt:lpstr>
      <vt:lpstr>Width</vt:lpstr>
      <vt:lpstr>Border</vt:lpstr>
      <vt:lpstr>Border</vt:lpstr>
      <vt:lpstr>Border Radius</vt:lpstr>
      <vt:lpstr>Padding</vt:lpstr>
      <vt:lpstr>Padding</vt:lpstr>
      <vt:lpstr>Margin</vt:lpstr>
      <vt:lpstr>Margin</vt:lpstr>
      <vt:lpstr>Practice Set 3</vt:lpstr>
      <vt:lpstr>PowerPoint Presentation</vt:lpstr>
      <vt:lpstr>Display Property</vt:lpstr>
      <vt:lpstr>Visibility</vt:lpstr>
      <vt:lpstr>Alpha Channel</vt:lpstr>
      <vt:lpstr>Practice Set 4</vt:lpstr>
      <vt:lpstr>PowerPoint Presentation</vt:lpstr>
      <vt:lpstr>Units in CSS</vt:lpstr>
      <vt:lpstr>Percentage (%)</vt:lpstr>
      <vt:lpstr>PowerPoint Presentation</vt:lpstr>
      <vt:lpstr>Rem (Root Em)</vt:lpstr>
      <vt:lpstr>Others</vt:lpstr>
      <vt:lpstr>Position</vt:lpstr>
      <vt:lpstr>Position</vt:lpstr>
      <vt:lpstr>z-index</vt:lpstr>
      <vt:lpstr>Background Image</vt:lpstr>
      <vt:lpstr>Background Size</vt:lpstr>
      <vt:lpstr>Practice Set 5</vt:lpstr>
      <vt:lpstr>PowerPoint Presentation</vt:lpstr>
      <vt:lpstr>Flexbox</vt:lpstr>
      <vt:lpstr>The Flex Model</vt:lpstr>
      <vt:lpstr>Flexbox Direction</vt:lpstr>
      <vt:lpstr>Flex Properties</vt:lpstr>
      <vt:lpstr>Flex Properties</vt:lpstr>
      <vt:lpstr>Practice Set 6</vt:lpstr>
      <vt:lpstr>Media Queries</vt:lpstr>
      <vt:lpstr>Media Queries</vt:lpstr>
      <vt:lpstr>Practice Set 7</vt:lpstr>
      <vt:lpstr>PowerPoint Presentation</vt:lpstr>
      <vt:lpstr>Transitions Transitions enable you to define the transition between two states of an element.</vt:lpstr>
      <vt:lpstr>Transition Shorthand</vt:lpstr>
      <vt:lpstr>CSS Transform</vt:lpstr>
      <vt:lpstr>CSS Transform</vt:lpstr>
      <vt:lpstr>CSS Transform</vt:lpstr>
      <vt:lpstr>CSS Transform</vt:lpstr>
      <vt:lpstr>Animation</vt:lpstr>
      <vt:lpstr>Animation Properties</vt:lpstr>
      <vt:lpstr>PowerPoint Presentation</vt:lpstr>
      <vt:lpstr>% in Animation</vt:lpstr>
      <vt:lpstr>Practice Set 8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Css (1)</dc:title>
  <dc:creator>ARSHIYA IRAM AQUEEL AHMED</dc:creator>
  <cp:lastModifiedBy>SAGAR</cp:lastModifiedBy>
  <cp:revision>53</cp:revision>
  <dcterms:created xsi:type="dcterms:W3CDTF">2025-01-01T06:15:41Z</dcterms:created>
  <dcterms:modified xsi:type="dcterms:W3CDTF">2025-12-19T13:19:13Z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2024-03-06T00:00:00Z</vt:filetime>
  </property>
  <property fmtid="{D5CDD505-2E9C-101B-9397-08002B2CF9AE}" pid="3" name="LastSaved">
    <vt:filetime>2025-01-01T00:00:00Z</vt:filetime>
  </property>
  <property fmtid="{D5CDD505-2E9C-101B-9397-08002B2CF9AE}" pid="4" name="Producer">
    <vt:lpwstr>Microsoft: Print To PDF</vt:lpwstr>
  </property>
</Properties>
</file>